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73"/>
  </p:normalViewPr>
  <p:slideViewPr>
    <p:cSldViewPr snapToGrid="0">
      <p:cViewPr varScale="1">
        <p:scale>
          <a:sx n="128" d="100"/>
          <a:sy n="128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9AEC-07CB-89DE-42A2-DE7AA7F983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E0D0C-1A2C-FD34-C0F1-A29A3A237F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4AFE4-99FF-135D-197F-CA71FAFC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A6D2F-4CBA-F07F-2DA0-8A2B185B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60631-8CD4-AD66-80AA-D3A23328B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398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E654A-1D22-1415-16DD-CE8A80F8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F7968-451C-777D-1C9A-A9A81CB74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6E1E0-F8D7-F623-5B93-52FA6F248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C86AD-F425-588C-5755-3DD1F517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A0633-F3D7-428A-DAC8-707A646D0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331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A3DB7-43C4-D000-56E9-7139E45E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1B058-E245-B8F7-645D-E371F3395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3F581-3163-175D-E13A-CE6B3D50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D4847-A4AE-3CF3-4FF1-7EC564E3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5F1B1-299C-435C-82FC-829BA89C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1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85DF0-703A-7056-3222-D2F314F8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20EF0-9E46-583C-50D8-B1BF25723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F2D9F4-65AD-78EB-E29F-2D8EA800B6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497330-780A-6C24-9890-D6156D5F6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08562-8425-1620-8F62-B5D8E6051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1B0140-7257-AB80-53C6-FF9E4797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044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50D81-A9ED-FCB5-02AE-F1B62E6EC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DE0F7-0D8C-4C05-D4BF-B63310993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1875C-FF8A-DB68-7774-29E7CF68F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E72804-D91B-42D0-EDDA-64A5E0B98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DC6ACC-F3B3-FBFC-16D1-B218D6C6F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51CC0-A090-DC0B-EF92-F2203DDB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77554D-9C6B-482D-7B07-49DE03574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AE7F3-A394-43E1-1F99-2AB96CC1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37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C20A-0E5A-B3F5-A3CE-98262BA6E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8286B-7C28-7821-88AC-D0EB33F9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DBA81-45E7-8FD8-A6C6-F296E1188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167E47-8F15-55A9-6E8B-5EB33ACE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15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EC4A08-612A-2DAB-174B-5FFB192A0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E5703B-5F69-EA4B-75D3-AB1FB06E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86B82-305E-AF39-C625-B9A3E3315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91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A4D9F-E481-81A7-4631-8DDF6535C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FB138-24F0-9660-EBBE-0ED81628E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53469-848B-E39D-68A3-87E48CA5B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91EE1-42AB-7D5F-0E69-A8FABEDD9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F3297-D6A1-58CD-EBDD-8DFB1E1A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CC218-BF60-A35C-9EEF-79BAC7E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499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C7B6-4E82-1D33-A200-0611FEA73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B13A15-8CF2-3456-C325-041E10D94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D1B70-432B-7B9B-2569-0C606BA9F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92784-590C-737A-5002-AB7F6842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20DBD6-2F46-4987-BAD1-8A66981D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AA061-FC31-C4D5-0A4B-7FC79527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2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1F536-E8C1-B6A1-ABF8-04A6CC2E3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A538F-D12A-4786-72AE-5DBBEB6B6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91A4C-665D-B47E-CD3E-3E67DA544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62EF7-4354-0093-3DD4-78BF85EB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61F0-064E-8CEF-5C95-F2A64A1B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67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D42C38-33F2-61C5-E7AA-7020F093DB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9BC4E-133A-A0E1-2A84-9B0D389E8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F106C-C65A-CDFE-3AFA-53B250D99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F2DF6-ACC0-47B9-66A0-8007EC16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FCB31-A2F3-F5C8-FB91-6760DE1A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95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C89BE-53F8-A564-595E-175BD796F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99767-C5ED-1EBB-C5A5-F35008B97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F13A0-4075-F556-506A-617D05EDA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31678-6B82-5B4B-834D-D2CBD0B9CFEC}" type="datetimeFigureOut">
              <a:rPr lang="en-US" smtClean="0"/>
              <a:t>4/23/24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5C830-6A74-70B6-9E0A-DC7B14C6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CAE4D-C9AE-4E96-19F0-329884957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79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0059-52F4-E22B-AB0B-DD95CB38C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Splice Event Annotation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4E69B-B1CA-C937-7A55-1F82A68DE8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cortar</a:t>
            </a:r>
            <a:r>
              <a:rPr lang="en-US" dirty="0"/>
              <a:t>, </a:t>
            </a:r>
            <a:r>
              <a:rPr lang="en-US" dirty="0" err="1"/>
              <a:t>GENE</a:t>
            </a:r>
            <a:r>
              <a:rPr lang="en-US" i="1" dirty="0" err="1"/>
              <a:t>ie</a:t>
            </a:r>
            <a:r>
              <a:rPr lang="en-US" dirty="0"/>
              <a:t>, </a:t>
            </a:r>
            <a:r>
              <a:rPr lang="en-US" dirty="0" err="1"/>
              <a:t>SpliceVault</a:t>
            </a:r>
            <a:r>
              <a:rPr lang="en-US" dirty="0"/>
              <a:t>, FRASER, etc.</a:t>
            </a:r>
          </a:p>
        </p:txBody>
      </p:sp>
    </p:spTree>
    <p:extLst>
      <p:ext uri="{BB962C8B-B14F-4D97-AF65-F5344CB8AC3E}">
        <p14:creationId xmlns:p14="http://schemas.microsoft.com/office/powerpoint/2010/main" val="243686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E7F7-BD0E-0C4D-5F7D-8AE6C3509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25EB2-63D6-7E8D-FD29-C9CA8934B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753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</Words>
  <Application>Microsoft Macintosh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Splice Event Annotation</vt:lpstr>
      <vt:lpstr>Decision Tree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Rhett Marchant</dc:creator>
  <cp:lastModifiedBy>Rhett Marchant</cp:lastModifiedBy>
  <cp:revision>1</cp:revision>
  <dcterms:created xsi:type="dcterms:W3CDTF">2024-04-23T01:44:33Z</dcterms:created>
  <dcterms:modified xsi:type="dcterms:W3CDTF">2024-04-23T01:46:25Z</dcterms:modified>
</cp:coreProperties>
</file>