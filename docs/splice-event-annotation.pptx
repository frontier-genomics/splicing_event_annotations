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2" r:id="rId5"/>
    <p:sldId id="258" r:id="rId6"/>
    <p:sldId id="260" r:id="rId7"/>
    <p:sldId id="264" r:id="rId8"/>
    <p:sldId id="263" r:id="rId9"/>
    <p:sldId id="26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33A3CE-13BC-A846-BD39-2206C18E2A82}" v="38" dt="2024-05-21T02:58:04.0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37"/>
  </p:normalViewPr>
  <p:slideViewPr>
    <p:cSldViewPr snapToGrid="0">
      <p:cViewPr varScale="1">
        <p:scale>
          <a:sx n="126" d="100"/>
          <a:sy n="126" d="100"/>
        </p:scale>
        <p:origin x="232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hett Marchant" userId="18df2c221d5c7175" providerId="LiveId" clId="{7133A3CE-13BC-A846-BD39-2206C18E2A82}"/>
    <pc:docChg chg="undo custSel addSld delSld modSld sldOrd">
      <pc:chgData name="Rhett Marchant" userId="18df2c221d5c7175" providerId="LiveId" clId="{7133A3CE-13BC-A846-BD39-2206C18E2A82}" dt="2024-05-21T03:02:43.139" v="1551" actId="2162"/>
      <pc:docMkLst>
        <pc:docMk/>
      </pc:docMkLst>
      <pc:sldChg chg="addSp delSp modSp mod">
        <pc:chgData name="Rhett Marchant" userId="18df2c221d5c7175" providerId="LiveId" clId="{7133A3CE-13BC-A846-BD39-2206C18E2A82}" dt="2024-05-21T02:35:16.701" v="635" actId="122"/>
        <pc:sldMkLst>
          <pc:docMk/>
          <pc:sldMk cId="1867753254" sldId="257"/>
        </pc:sldMkLst>
        <pc:spChg chg="mod">
          <ac:chgData name="Rhett Marchant" userId="18df2c221d5c7175" providerId="LiveId" clId="{7133A3CE-13BC-A846-BD39-2206C18E2A82}" dt="2024-05-21T02:18:23.594" v="9" actId="20577"/>
          <ac:spMkLst>
            <pc:docMk/>
            <pc:sldMk cId="1867753254" sldId="257"/>
            <ac:spMk id="2" creationId="{5C14E7F7-BD0E-0C4D-5F7D-8AE6C3509A91}"/>
          </ac:spMkLst>
        </pc:spChg>
        <pc:spChg chg="del mod">
          <ac:chgData name="Rhett Marchant" userId="18df2c221d5c7175" providerId="LiveId" clId="{7133A3CE-13BC-A846-BD39-2206C18E2A82}" dt="2024-05-21T02:23:49.025" v="183" actId="478"/>
          <ac:spMkLst>
            <pc:docMk/>
            <pc:sldMk cId="1867753254" sldId="257"/>
            <ac:spMk id="3" creationId="{74425EB2-63D6-7E8D-FD29-C9CA8934BB5D}"/>
          </ac:spMkLst>
        </pc:spChg>
        <pc:spChg chg="add mod">
          <ac:chgData name="Rhett Marchant" userId="18df2c221d5c7175" providerId="LiveId" clId="{7133A3CE-13BC-A846-BD39-2206C18E2A82}" dt="2024-05-21T02:32:30.801" v="623" actId="1076"/>
          <ac:spMkLst>
            <pc:docMk/>
            <pc:sldMk cId="1867753254" sldId="257"/>
            <ac:spMk id="6" creationId="{D68987BB-9C33-49F8-C02A-E3976E638519}"/>
          </ac:spMkLst>
        </pc:spChg>
        <pc:spChg chg="add mod">
          <ac:chgData name="Rhett Marchant" userId="18df2c221d5c7175" providerId="LiveId" clId="{7133A3CE-13BC-A846-BD39-2206C18E2A82}" dt="2024-05-21T02:20:22.353" v="108" actId="1076"/>
          <ac:spMkLst>
            <pc:docMk/>
            <pc:sldMk cId="1867753254" sldId="257"/>
            <ac:spMk id="7" creationId="{CE223E69-39A6-3F25-3FFC-B23AC1DDA69C}"/>
          </ac:spMkLst>
        </pc:spChg>
        <pc:spChg chg="add mod">
          <ac:chgData name="Rhett Marchant" userId="18df2c221d5c7175" providerId="LiveId" clId="{7133A3CE-13BC-A846-BD39-2206C18E2A82}" dt="2024-05-21T02:20:48.205" v="116" actId="2085"/>
          <ac:spMkLst>
            <pc:docMk/>
            <pc:sldMk cId="1867753254" sldId="257"/>
            <ac:spMk id="8" creationId="{C497D875-240C-47D8-2959-0E759AE1AB83}"/>
          </ac:spMkLst>
        </pc:spChg>
        <pc:spChg chg="add mod">
          <ac:chgData name="Rhett Marchant" userId="18df2c221d5c7175" providerId="LiveId" clId="{7133A3CE-13BC-A846-BD39-2206C18E2A82}" dt="2024-05-21T02:20:48.205" v="116" actId="2085"/>
          <ac:spMkLst>
            <pc:docMk/>
            <pc:sldMk cId="1867753254" sldId="257"/>
            <ac:spMk id="9" creationId="{AC184B6E-A43E-F10A-EB7F-EC0BA5062F19}"/>
          </ac:spMkLst>
        </pc:spChg>
        <pc:spChg chg="add mod">
          <ac:chgData name="Rhett Marchant" userId="18df2c221d5c7175" providerId="LiveId" clId="{7133A3CE-13BC-A846-BD39-2206C18E2A82}" dt="2024-05-21T02:21:11.574" v="128" actId="1076"/>
          <ac:spMkLst>
            <pc:docMk/>
            <pc:sldMk cId="1867753254" sldId="257"/>
            <ac:spMk id="12" creationId="{D86FEA76-4274-B8F0-2AC5-0ED102DE5774}"/>
          </ac:spMkLst>
        </pc:spChg>
        <pc:spChg chg="add mod">
          <ac:chgData name="Rhett Marchant" userId="18df2c221d5c7175" providerId="LiveId" clId="{7133A3CE-13BC-A846-BD39-2206C18E2A82}" dt="2024-05-21T02:21:27.199" v="137" actId="6549"/>
          <ac:spMkLst>
            <pc:docMk/>
            <pc:sldMk cId="1867753254" sldId="257"/>
            <ac:spMk id="13" creationId="{9643C0DC-E5D9-CCD7-0658-14C056CBB084}"/>
          </ac:spMkLst>
        </pc:spChg>
        <pc:spChg chg="add mod">
          <ac:chgData name="Rhett Marchant" userId="18df2c221d5c7175" providerId="LiveId" clId="{7133A3CE-13BC-A846-BD39-2206C18E2A82}" dt="2024-05-21T02:22:17.510" v="154" actId="1076"/>
          <ac:spMkLst>
            <pc:docMk/>
            <pc:sldMk cId="1867753254" sldId="257"/>
            <ac:spMk id="14" creationId="{1D723613-25AB-5237-B039-19EC8006C5E1}"/>
          </ac:spMkLst>
        </pc:spChg>
        <pc:spChg chg="add mod">
          <ac:chgData name="Rhett Marchant" userId="18df2c221d5c7175" providerId="LiveId" clId="{7133A3CE-13BC-A846-BD39-2206C18E2A82}" dt="2024-05-21T02:22:30.347" v="157" actId="14100"/>
          <ac:spMkLst>
            <pc:docMk/>
            <pc:sldMk cId="1867753254" sldId="257"/>
            <ac:spMk id="15" creationId="{EAA6DF98-677F-D10C-D3DC-2F2360FB7978}"/>
          </ac:spMkLst>
        </pc:spChg>
        <pc:spChg chg="add mod">
          <ac:chgData name="Rhett Marchant" userId="18df2c221d5c7175" providerId="LiveId" clId="{7133A3CE-13BC-A846-BD39-2206C18E2A82}" dt="2024-05-21T02:29:53.016" v="455" actId="1076"/>
          <ac:spMkLst>
            <pc:docMk/>
            <pc:sldMk cId="1867753254" sldId="257"/>
            <ac:spMk id="16" creationId="{3FF3842E-35F0-9AE4-B295-4AA28F186582}"/>
          </ac:spMkLst>
        </pc:spChg>
        <pc:spChg chg="add del mod">
          <ac:chgData name="Rhett Marchant" userId="18df2c221d5c7175" providerId="LiveId" clId="{7133A3CE-13BC-A846-BD39-2206C18E2A82}" dt="2024-05-21T02:23:50.821" v="184" actId="478"/>
          <ac:spMkLst>
            <pc:docMk/>
            <pc:sldMk cId="1867753254" sldId="257"/>
            <ac:spMk id="18" creationId="{1E364F1E-5D6D-2A7B-25AB-5B60FAA61616}"/>
          </ac:spMkLst>
        </pc:spChg>
        <pc:spChg chg="add del mod">
          <ac:chgData name="Rhett Marchant" userId="18df2c221d5c7175" providerId="LiveId" clId="{7133A3CE-13BC-A846-BD39-2206C18E2A82}" dt="2024-05-21T02:27:06.081" v="229" actId="478"/>
          <ac:spMkLst>
            <pc:docMk/>
            <pc:sldMk cId="1867753254" sldId="257"/>
            <ac:spMk id="20" creationId="{C05A296D-0DAF-B7E3-0543-980865C87710}"/>
          </ac:spMkLst>
        </pc:spChg>
        <pc:spChg chg="add mod">
          <ac:chgData name="Rhett Marchant" userId="18df2c221d5c7175" providerId="LiveId" clId="{7133A3CE-13BC-A846-BD39-2206C18E2A82}" dt="2024-05-21T02:28:59.115" v="353" actId="1076"/>
          <ac:spMkLst>
            <pc:docMk/>
            <pc:sldMk cId="1867753254" sldId="257"/>
            <ac:spMk id="21" creationId="{E3D42977-3C43-9C77-E4FD-19A73EEEDC36}"/>
          </ac:spMkLst>
        </pc:spChg>
        <pc:spChg chg="add mod">
          <ac:chgData name="Rhett Marchant" userId="18df2c221d5c7175" providerId="LiveId" clId="{7133A3CE-13BC-A846-BD39-2206C18E2A82}" dt="2024-05-21T02:29:53.016" v="455" actId="1076"/>
          <ac:spMkLst>
            <pc:docMk/>
            <pc:sldMk cId="1867753254" sldId="257"/>
            <ac:spMk id="22" creationId="{C1DBB03D-D07A-C253-85BB-9BBF573C0044}"/>
          </ac:spMkLst>
        </pc:spChg>
        <pc:spChg chg="add mod">
          <ac:chgData name="Rhett Marchant" userId="18df2c221d5c7175" providerId="LiveId" clId="{7133A3CE-13BC-A846-BD39-2206C18E2A82}" dt="2024-05-21T02:30:42.078" v="564" actId="1076"/>
          <ac:spMkLst>
            <pc:docMk/>
            <pc:sldMk cId="1867753254" sldId="257"/>
            <ac:spMk id="23" creationId="{DBD797F9-6339-131A-2AF9-7A11112217D3}"/>
          </ac:spMkLst>
        </pc:spChg>
        <pc:graphicFrameChg chg="add mod modGraphic">
          <ac:chgData name="Rhett Marchant" userId="18df2c221d5c7175" providerId="LiveId" clId="{7133A3CE-13BC-A846-BD39-2206C18E2A82}" dt="2024-05-21T02:35:16.701" v="635" actId="122"/>
          <ac:graphicFrameMkLst>
            <pc:docMk/>
            <pc:sldMk cId="1867753254" sldId="257"/>
            <ac:graphicFrameMk id="19" creationId="{2A8BD8DB-A041-91FB-959A-43EA89510F1C}"/>
          </ac:graphicFrameMkLst>
        </pc:graphicFrameChg>
        <pc:picChg chg="add mod modCrop">
          <ac:chgData name="Rhett Marchant" userId="18df2c221d5c7175" providerId="LiveId" clId="{7133A3CE-13BC-A846-BD39-2206C18E2A82}" dt="2024-05-21T02:20:03.024" v="95" actId="1076"/>
          <ac:picMkLst>
            <pc:docMk/>
            <pc:sldMk cId="1867753254" sldId="257"/>
            <ac:picMk id="5" creationId="{04CE6FEB-0FBF-6766-A964-83CB264EDAA4}"/>
          </ac:picMkLst>
        </pc:picChg>
        <pc:inkChg chg="add">
          <ac:chgData name="Rhett Marchant" userId="18df2c221d5c7175" providerId="LiveId" clId="{7133A3CE-13BC-A846-BD39-2206C18E2A82}" dt="2024-05-21T02:30:55.264" v="565" actId="9405"/>
          <ac:inkMkLst>
            <pc:docMk/>
            <pc:sldMk cId="1867753254" sldId="257"/>
            <ac:inkMk id="24" creationId="{D2AC0F50-4140-2CD7-89B8-65CD233827F4}"/>
          </ac:inkMkLst>
        </pc:inkChg>
        <pc:inkChg chg="add del">
          <ac:chgData name="Rhett Marchant" userId="18df2c221d5c7175" providerId="LiveId" clId="{7133A3CE-13BC-A846-BD39-2206C18E2A82}" dt="2024-05-21T02:31:12.779" v="569" actId="478"/>
          <ac:inkMkLst>
            <pc:docMk/>
            <pc:sldMk cId="1867753254" sldId="257"/>
            <ac:inkMk id="25" creationId="{5B57C08F-55D8-27F6-8696-12B21011322E}"/>
          </ac:inkMkLst>
        </pc:inkChg>
        <pc:inkChg chg="add del">
          <ac:chgData name="Rhett Marchant" userId="18df2c221d5c7175" providerId="LiveId" clId="{7133A3CE-13BC-A846-BD39-2206C18E2A82}" dt="2024-05-21T02:31:10.027" v="568" actId="9405"/>
          <ac:inkMkLst>
            <pc:docMk/>
            <pc:sldMk cId="1867753254" sldId="257"/>
            <ac:inkMk id="26" creationId="{B26D2BA2-CF90-9AA1-8B21-31A176792F71}"/>
          </ac:inkMkLst>
        </pc:inkChg>
        <pc:inkChg chg="add">
          <ac:chgData name="Rhett Marchant" userId="18df2c221d5c7175" providerId="LiveId" clId="{7133A3CE-13BC-A846-BD39-2206C18E2A82}" dt="2024-05-21T02:32:45.596" v="624" actId="9405"/>
          <ac:inkMkLst>
            <pc:docMk/>
            <pc:sldMk cId="1867753254" sldId="257"/>
            <ac:inkMk id="27" creationId="{9B714589-AC69-F5C6-8059-09BE7DB8EB14}"/>
          </ac:inkMkLst>
        </pc:inkChg>
        <pc:cxnChg chg="add mod">
          <ac:chgData name="Rhett Marchant" userId="18df2c221d5c7175" providerId="LiveId" clId="{7133A3CE-13BC-A846-BD39-2206C18E2A82}" dt="2024-05-21T02:20:52.254" v="117" actId="208"/>
          <ac:cxnSpMkLst>
            <pc:docMk/>
            <pc:sldMk cId="1867753254" sldId="257"/>
            <ac:cxnSpMk id="11" creationId="{98743720-297B-CEFA-E81F-CB7A7531DCF9}"/>
          </ac:cxnSpMkLst>
        </pc:cxnChg>
      </pc:sldChg>
      <pc:sldChg chg="addSp delSp modSp new mod">
        <pc:chgData name="Rhett Marchant" userId="18df2c221d5c7175" providerId="LiveId" clId="{7133A3CE-13BC-A846-BD39-2206C18E2A82}" dt="2024-05-21T02:54:21.543" v="1173" actId="1076"/>
        <pc:sldMkLst>
          <pc:docMk/>
          <pc:sldMk cId="3249732208" sldId="258"/>
        </pc:sldMkLst>
        <pc:spChg chg="mod">
          <ac:chgData name="Rhett Marchant" userId="18df2c221d5c7175" providerId="LiveId" clId="{7133A3CE-13BC-A846-BD39-2206C18E2A82}" dt="2024-05-21T02:54:21.543" v="1173" actId="1076"/>
          <ac:spMkLst>
            <pc:docMk/>
            <pc:sldMk cId="3249732208" sldId="258"/>
            <ac:spMk id="2" creationId="{5D2C6068-E3F9-C0D3-8131-21326EA5BF46}"/>
          </ac:spMkLst>
        </pc:spChg>
        <pc:spChg chg="del">
          <ac:chgData name="Rhett Marchant" userId="18df2c221d5c7175" providerId="LiveId" clId="{7133A3CE-13BC-A846-BD39-2206C18E2A82}" dt="2024-05-21T02:46:38.637" v="816" actId="478"/>
          <ac:spMkLst>
            <pc:docMk/>
            <pc:sldMk cId="3249732208" sldId="258"/>
            <ac:spMk id="3" creationId="{7FBE7EC6-3ED6-BF93-BB85-534AE104C3B5}"/>
          </ac:spMkLst>
        </pc:spChg>
        <pc:spChg chg="add del">
          <ac:chgData name="Rhett Marchant" userId="18df2c221d5c7175" providerId="LiveId" clId="{7133A3CE-13BC-A846-BD39-2206C18E2A82}" dt="2024-05-21T02:18:52.699" v="60" actId="478"/>
          <ac:spMkLst>
            <pc:docMk/>
            <pc:sldMk cId="3249732208" sldId="258"/>
            <ac:spMk id="5" creationId="{B404DB12-EC06-AF9F-7269-9D4D13169E59}"/>
          </ac:spMkLst>
        </pc:spChg>
        <pc:picChg chg="add mod">
          <ac:chgData name="Rhett Marchant" userId="18df2c221d5c7175" providerId="LiveId" clId="{7133A3CE-13BC-A846-BD39-2206C18E2A82}" dt="2024-05-21T02:54:19.282" v="1172" actId="1076"/>
          <ac:picMkLst>
            <pc:docMk/>
            <pc:sldMk cId="3249732208" sldId="258"/>
            <ac:picMk id="7" creationId="{15F617F6-870D-E2AD-62CD-701F345C456E}"/>
          </ac:picMkLst>
        </pc:picChg>
        <pc:picChg chg="add mod">
          <ac:chgData name="Rhett Marchant" userId="18df2c221d5c7175" providerId="LiveId" clId="{7133A3CE-13BC-A846-BD39-2206C18E2A82}" dt="2024-05-21T02:54:18.213" v="1171" actId="1076"/>
          <ac:picMkLst>
            <pc:docMk/>
            <pc:sldMk cId="3249732208" sldId="258"/>
            <ac:picMk id="9" creationId="{E13D9288-B18A-741A-D4B0-559E239F128C}"/>
          </ac:picMkLst>
        </pc:picChg>
      </pc:sldChg>
      <pc:sldChg chg="addSp delSp modSp new mod ord">
        <pc:chgData name="Rhett Marchant" userId="18df2c221d5c7175" providerId="LiveId" clId="{7133A3CE-13BC-A846-BD39-2206C18E2A82}" dt="2024-05-21T02:50:40.418" v="1086" actId="207"/>
        <pc:sldMkLst>
          <pc:docMk/>
          <pc:sldMk cId="2336898673" sldId="259"/>
        </pc:sldMkLst>
        <pc:spChg chg="mod">
          <ac:chgData name="Rhett Marchant" userId="18df2c221d5c7175" providerId="LiveId" clId="{7133A3CE-13BC-A846-BD39-2206C18E2A82}" dt="2024-05-21T02:18:45.275" v="54" actId="20577"/>
          <ac:spMkLst>
            <pc:docMk/>
            <pc:sldMk cId="2336898673" sldId="259"/>
            <ac:spMk id="2" creationId="{14B7B3DA-1DB1-8A64-6B4B-1BE65489421E}"/>
          </ac:spMkLst>
        </pc:spChg>
        <pc:spChg chg="del">
          <ac:chgData name="Rhett Marchant" userId="18df2c221d5c7175" providerId="LiveId" clId="{7133A3CE-13BC-A846-BD39-2206C18E2A82}" dt="2024-05-21T02:31:17.641" v="570" actId="478"/>
          <ac:spMkLst>
            <pc:docMk/>
            <pc:sldMk cId="2336898673" sldId="259"/>
            <ac:spMk id="3" creationId="{BF71C800-F1D7-E94A-DF82-416A1781F89A}"/>
          </ac:spMkLst>
        </pc:spChg>
        <pc:spChg chg="add mod">
          <ac:chgData name="Rhett Marchant" userId="18df2c221d5c7175" providerId="LiveId" clId="{7133A3CE-13BC-A846-BD39-2206C18E2A82}" dt="2024-05-21T02:40:04.665" v="806" actId="1076"/>
          <ac:spMkLst>
            <pc:docMk/>
            <pc:sldMk cId="2336898673" sldId="259"/>
            <ac:spMk id="5" creationId="{942BFAA8-5E46-FA16-C7CF-6DF5EA08D4A5}"/>
          </ac:spMkLst>
        </pc:spChg>
        <pc:spChg chg="add mod">
          <ac:chgData name="Rhett Marchant" userId="18df2c221d5c7175" providerId="LiveId" clId="{7133A3CE-13BC-A846-BD39-2206C18E2A82}" dt="2024-05-21T02:33:05.342" v="626"/>
          <ac:spMkLst>
            <pc:docMk/>
            <pc:sldMk cId="2336898673" sldId="259"/>
            <ac:spMk id="7" creationId="{1C0822A9-BFC0-31D0-BC55-E0E6466614AB}"/>
          </ac:spMkLst>
        </pc:spChg>
        <pc:spChg chg="add mod">
          <ac:chgData name="Rhett Marchant" userId="18df2c221d5c7175" providerId="LiveId" clId="{7133A3CE-13BC-A846-BD39-2206C18E2A82}" dt="2024-05-21T02:33:05.342" v="626"/>
          <ac:spMkLst>
            <pc:docMk/>
            <pc:sldMk cId="2336898673" sldId="259"/>
            <ac:spMk id="8" creationId="{5A3096A0-23D6-5F4D-F26D-919B0A207EA4}"/>
          </ac:spMkLst>
        </pc:spChg>
        <pc:spChg chg="add mod">
          <ac:chgData name="Rhett Marchant" userId="18df2c221d5c7175" providerId="LiveId" clId="{7133A3CE-13BC-A846-BD39-2206C18E2A82}" dt="2024-05-21T02:33:05.342" v="626"/>
          <ac:spMkLst>
            <pc:docMk/>
            <pc:sldMk cId="2336898673" sldId="259"/>
            <ac:spMk id="9" creationId="{DCD8607F-FF3A-85FC-5CBC-398D802B9D4A}"/>
          </ac:spMkLst>
        </pc:spChg>
        <pc:spChg chg="add mod">
          <ac:chgData name="Rhett Marchant" userId="18df2c221d5c7175" providerId="LiveId" clId="{7133A3CE-13BC-A846-BD39-2206C18E2A82}" dt="2024-05-21T02:33:05.342" v="626"/>
          <ac:spMkLst>
            <pc:docMk/>
            <pc:sldMk cId="2336898673" sldId="259"/>
            <ac:spMk id="10" creationId="{5F316266-D8F9-6AFF-710D-E1DA5E5FA021}"/>
          </ac:spMkLst>
        </pc:spChg>
        <pc:spChg chg="add del mod">
          <ac:chgData name="Rhett Marchant" userId="18df2c221d5c7175" providerId="LiveId" clId="{7133A3CE-13BC-A846-BD39-2206C18E2A82}" dt="2024-05-21T02:33:11.045" v="627" actId="478"/>
          <ac:spMkLst>
            <pc:docMk/>
            <pc:sldMk cId="2336898673" sldId="259"/>
            <ac:spMk id="12" creationId="{37FA8EFC-CB23-E17F-36D5-48C2069745D2}"/>
          </ac:spMkLst>
        </pc:spChg>
        <pc:spChg chg="add del mod">
          <ac:chgData name="Rhett Marchant" userId="18df2c221d5c7175" providerId="LiveId" clId="{7133A3CE-13BC-A846-BD39-2206C18E2A82}" dt="2024-05-21T02:33:11.045" v="627" actId="478"/>
          <ac:spMkLst>
            <pc:docMk/>
            <pc:sldMk cId="2336898673" sldId="259"/>
            <ac:spMk id="13" creationId="{A6EAAA3B-A7A2-120F-7CFE-F0F20B6AC14F}"/>
          </ac:spMkLst>
        </pc:spChg>
        <pc:spChg chg="add mod">
          <ac:chgData name="Rhett Marchant" userId="18df2c221d5c7175" providerId="LiveId" clId="{7133A3CE-13BC-A846-BD39-2206C18E2A82}" dt="2024-05-21T02:33:05.342" v="626"/>
          <ac:spMkLst>
            <pc:docMk/>
            <pc:sldMk cId="2336898673" sldId="259"/>
            <ac:spMk id="14" creationId="{B8C34AC0-56E1-F052-D729-09F2C930E065}"/>
          </ac:spMkLst>
        </pc:spChg>
        <pc:spChg chg="add mod">
          <ac:chgData name="Rhett Marchant" userId="18df2c221d5c7175" providerId="LiveId" clId="{7133A3CE-13BC-A846-BD39-2206C18E2A82}" dt="2024-05-21T02:33:05.342" v="626"/>
          <ac:spMkLst>
            <pc:docMk/>
            <pc:sldMk cId="2336898673" sldId="259"/>
            <ac:spMk id="15" creationId="{0B1442AC-0D72-A728-9841-B3F4CE52ADDC}"/>
          </ac:spMkLst>
        </pc:spChg>
        <pc:spChg chg="add mod">
          <ac:chgData name="Rhett Marchant" userId="18df2c221d5c7175" providerId="LiveId" clId="{7133A3CE-13BC-A846-BD39-2206C18E2A82}" dt="2024-05-21T02:40:04.665" v="806" actId="1076"/>
          <ac:spMkLst>
            <pc:docMk/>
            <pc:sldMk cId="2336898673" sldId="259"/>
            <ac:spMk id="16" creationId="{8FFE7A39-33F3-4601-0559-2521AD0E1D6F}"/>
          </ac:spMkLst>
        </pc:spChg>
        <pc:spChg chg="add mod">
          <ac:chgData name="Rhett Marchant" userId="18df2c221d5c7175" providerId="LiveId" clId="{7133A3CE-13BC-A846-BD39-2206C18E2A82}" dt="2024-05-21T02:50:35.829" v="1084" actId="207"/>
          <ac:spMkLst>
            <pc:docMk/>
            <pc:sldMk cId="2336898673" sldId="259"/>
            <ac:spMk id="17" creationId="{E8EE128E-03BD-39A6-6BF0-7776B6A27FFC}"/>
          </ac:spMkLst>
        </pc:spChg>
        <pc:spChg chg="add mod">
          <ac:chgData name="Rhett Marchant" userId="18df2c221d5c7175" providerId="LiveId" clId="{7133A3CE-13BC-A846-BD39-2206C18E2A82}" dt="2024-05-21T02:50:38.407" v="1085" actId="207"/>
          <ac:spMkLst>
            <pc:docMk/>
            <pc:sldMk cId="2336898673" sldId="259"/>
            <ac:spMk id="18" creationId="{EBC9CA0A-979D-795B-0B2E-6BB062A57924}"/>
          </ac:spMkLst>
        </pc:spChg>
        <pc:spChg chg="add mod">
          <ac:chgData name="Rhett Marchant" userId="18df2c221d5c7175" providerId="LiveId" clId="{7133A3CE-13BC-A846-BD39-2206C18E2A82}" dt="2024-05-21T02:50:40.418" v="1086" actId="207"/>
          <ac:spMkLst>
            <pc:docMk/>
            <pc:sldMk cId="2336898673" sldId="259"/>
            <ac:spMk id="19" creationId="{0017A7AD-A7C8-07AE-A45E-2F9E7CF35487}"/>
          </ac:spMkLst>
        </pc:spChg>
        <pc:spChg chg="add mod">
          <ac:chgData name="Rhett Marchant" userId="18df2c221d5c7175" providerId="LiveId" clId="{7133A3CE-13BC-A846-BD39-2206C18E2A82}" dt="2024-05-21T02:46:15.267" v="814" actId="1076"/>
          <ac:spMkLst>
            <pc:docMk/>
            <pc:sldMk cId="2336898673" sldId="259"/>
            <ac:spMk id="21" creationId="{F1E7E86B-6E8B-4BF7-09AD-8DD5FF562ED6}"/>
          </ac:spMkLst>
        </pc:spChg>
        <pc:picChg chg="add mod">
          <ac:chgData name="Rhett Marchant" userId="18df2c221d5c7175" providerId="LiveId" clId="{7133A3CE-13BC-A846-BD39-2206C18E2A82}" dt="2024-05-21T02:33:05.342" v="626"/>
          <ac:picMkLst>
            <pc:docMk/>
            <pc:sldMk cId="2336898673" sldId="259"/>
            <ac:picMk id="6" creationId="{9F66B1FC-7CAA-1C21-9CF0-1053666FB0DD}"/>
          </ac:picMkLst>
        </pc:picChg>
        <pc:cxnChg chg="add mod">
          <ac:chgData name="Rhett Marchant" userId="18df2c221d5c7175" providerId="LiveId" clId="{7133A3CE-13BC-A846-BD39-2206C18E2A82}" dt="2024-05-21T02:33:05.342" v="626"/>
          <ac:cxnSpMkLst>
            <pc:docMk/>
            <pc:sldMk cId="2336898673" sldId="259"/>
            <ac:cxnSpMk id="11" creationId="{AFD62BE5-4085-DBE1-645E-9AF868CEC19E}"/>
          </ac:cxnSpMkLst>
        </pc:cxnChg>
      </pc:sldChg>
      <pc:sldChg chg="addSp delSp modSp add del mod">
        <pc:chgData name="Rhett Marchant" userId="18df2c221d5c7175" providerId="LiveId" clId="{7133A3CE-13BC-A846-BD39-2206C18E2A82}" dt="2024-05-21T02:59:06.879" v="1520" actId="121"/>
        <pc:sldMkLst>
          <pc:docMk/>
          <pc:sldMk cId="3992637899" sldId="260"/>
        </pc:sldMkLst>
        <pc:spChg chg="mod">
          <ac:chgData name="Rhett Marchant" userId="18df2c221d5c7175" providerId="LiveId" clId="{7133A3CE-13BC-A846-BD39-2206C18E2A82}" dt="2024-05-21T02:54:48.703" v="1212" actId="20577"/>
          <ac:spMkLst>
            <pc:docMk/>
            <pc:sldMk cId="3992637899" sldId="260"/>
            <ac:spMk id="2" creationId="{5D2C6068-E3F9-C0D3-8131-21326EA5BF46}"/>
          </ac:spMkLst>
        </pc:spChg>
        <pc:spChg chg="del">
          <ac:chgData name="Rhett Marchant" userId="18df2c221d5c7175" providerId="LiveId" clId="{7133A3CE-13BC-A846-BD39-2206C18E2A82}" dt="2024-05-21T02:47:24.760" v="832"/>
          <ac:spMkLst>
            <pc:docMk/>
            <pc:sldMk cId="3992637899" sldId="260"/>
            <ac:spMk id="3" creationId="{7FBE7EC6-3ED6-BF93-BB85-534AE104C3B5}"/>
          </ac:spMkLst>
        </pc:spChg>
        <pc:spChg chg="add mod">
          <ac:chgData name="Rhett Marchant" userId="18df2c221d5c7175" providerId="LiveId" clId="{7133A3CE-13BC-A846-BD39-2206C18E2A82}" dt="2024-05-21T02:59:06.879" v="1520" actId="121"/>
          <ac:spMkLst>
            <pc:docMk/>
            <pc:sldMk cId="3992637899" sldId="260"/>
            <ac:spMk id="10" creationId="{C456FD77-F5DE-DD23-CB60-88BFCD0DC59B}"/>
          </ac:spMkLst>
        </pc:spChg>
        <pc:picChg chg="add mod">
          <ac:chgData name="Rhett Marchant" userId="18df2c221d5c7175" providerId="LiveId" clId="{7133A3CE-13BC-A846-BD39-2206C18E2A82}" dt="2024-05-21T02:59:05.873" v="1519" actId="1036"/>
          <ac:picMkLst>
            <pc:docMk/>
            <pc:sldMk cId="3992637899" sldId="260"/>
            <ac:picMk id="5" creationId="{83536B7F-E6A4-FAE6-AAFE-0AB56FA732F8}"/>
          </ac:picMkLst>
        </pc:picChg>
        <pc:picChg chg="add del mod">
          <ac:chgData name="Rhett Marchant" userId="18df2c221d5c7175" providerId="LiveId" clId="{7133A3CE-13BC-A846-BD39-2206C18E2A82}" dt="2024-05-21T02:47:28.632" v="840" actId="21"/>
          <ac:picMkLst>
            <pc:docMk/>
            <pc:sldMk cId="3992637899" sldId="260"/>
            <ac:picMk id="7" creationId="{6AD80447-DF0C-4BC7-C4EE-5114D83FE432}"/>
          </ac:picMkLst>
        </pc:picChg>
        <pc:picChg chg="add del mod">
          <ac:chgData name="Rhett Marchant" userId="18df2c221d5c7175" providerId="LiveId" clId="{7133A3CE-13BC-A846-BD39-2206C18E2A82}" dt="2024-05-21T02:47:28.632" v="840" actId="21"/>
          <ac:picMkLst>
            <pc:docMk/>
            <pc:sldMk cId="3992637899" sldId="260"/>
            <ac:picMk id="9" creationId="{B9731232-3EBA-5FA6-2200-368BEF6A7BFA}"/>
          </ac:picMkLst>
        </pc:picChg>
      </pc:sldChg>
      <pc:sldChg chg="modSp new mod">
        <pc:chgData name="Rhett Marchant" userId="18df2c221d5c7175" providerId="LiveId" clId="{7133A3CE-13BC-A846-BD39-2206C18E2A82}" dt="2024-05-21T02:57:00.808" v="1304" actId="20577"/>
        <pc:sldMkLst>
          <pc:docMk/>
          <pc:sldMk cId="601041608" sldId="261"/>
        </pc:sldMkLst>
        <pc:spChg chg="mod">
          <ac:chgData name="Rhett Marchant" userId="18df2c221d5c7175" providerId="LiveId" clId="{7133A3CE-13BC-A846-BD39-2206C18E2A82}" dt="2024-05-21T02:19:01.525" v="85" actId="20577"/>
          <ac:spMkLst>
            <pc:docMk/>
            <pc:sldMk cId="601041608" sldId="261"/>
            <ac:spMk id="2" creationId="{B16402BF-BC41-8612-E5A9-BCBAE6923C2C}"/>
          </ac:spMkLst>
        </pc:spChg>
        <pc:spChg chg="mod">
          <ac:chgData name="Rhett Marchant" userId="18df2c221d5c7175" providerId="LiveId" clId="{7133A3CE-13BC-A846-BD39-2206C18E2A82}" dt="2024-05-21T02:57:00.808" v="1304" actId="20577"/>
          <ac:spMkLst>
            <pc:docMk/>
            <pc:sldMk cId="601041608" sldId="261"/>
            <ac:spMk id="3" creationId="{22304B87-6C6B-04C5-1FC7-E58797F546BD}"/>
          </ac:spMkLst>
        </pc:spChg>
      </pc:sldChg>
      <pc:sldChg chg="addSp delSp modSp add mod">
        <pc:chgData name="Rhett Marchant" userId="18df2c221d5c7175" providerId="LiveId" clId="{7133A3CE-13BC-A846-BD39-2206C18E2A82}" dt="2024-05-21T03:02:43.139" v="1551" actId="2162"/>
        <pc:sldMkLst>
          <pc:docMk/>
          <pc:sldMk cId="2937172334" sldId="262"/>
        </pc:sldMkLst>
        <pc:spChg chg="del">
          <ac:chgData name="Rhett Marchant" userId="18df2c221d5c7175" providerId="LiveId" clId="{7133A3CE-13BC-A846-BD39-2206C18E2A82}" dt="2024-05-21T02:35:30.862" v="637" actId="478"/>
          <ac:spMkLst>
            <pc:docMk/>
            <pc:sldMk cId="2937172334" sldId="262"/>
            <ac:spMk id="5" creationId="{942BFAA8-5E46-FA16-C7CF-6DF5EA08D4A5}"/>
          </ac:spMkLst>
        </pc:spChg>
        <pc:spChg chg="del">
          <ac:chgData name="Rhett Marchant" userId="18df2c221d5c7175" providerId="LiveId" clId="{7133A3CE-13BC-A846-BD39-2206C18E2A82}" dt="2024-05-21T02:35:30.862" v="637" actId="478"/>
          <ac:spMkLst>
            <pc:docMk/>
            <pc:sldMk cId="2937172334" sldId="262"/>
            <ac:spMk id="7" creationId="{1C0822A9-BFC0-31D0-BC55-E0E6466614AB}"/>
          </ac:spMkLst>
        </pc:spChg>
        <pc:spChg chg="del">
          <ac:chgData name="Rhett Marchant" userId="18df2c221d5c7175" providerId="LiveId" clId="{7133A3CE-13BC-A846-BD39-2206C18E2A82}" dt="2024-05-21T02:35:30.862" v="637" actId="478"/>
          <ac:spMkLst>
            <pc:docMk/>
            <pc:sldMk cId="2937172334" sldId="262"/>
            <ac:spMk id="8" creationId="{5A3096A0-23D6-5F4D-F26D-919B0A207EA4}"/>
          </ac:spMkLst>
        </pc:spChg>
        <pc:spChg chg="del">
          <ac:chgData name="Rhett Marchant" userId="18df2c221d5c7175" providerId="LiveId" clId="{7133A3CE-13BC-A846-BD39-2206C18E2A82}" dt="2024-05-21T02:35:30.862" v="637" actId="478"/>
          <ac:spMkLst>
            <pc:docMk/>
            <pc:sldMk cId="2937172334" sldId="262"/>
            <ac:spMk id="9" creationId="{DCD8607F-FF3A-85FC-5CBC-398D802B9D4A}"/>
          </ac:spMkLst>
        </pc:spChg>
        <pc:spChg chg="del">
          <ac:chgData name="Rhett Marchant" userId="18df2c221d5c7175" providerId="LiveId" clId="{7133A3CE-13BC-A846-BD39-2206C18E2A82}" dt="2024-05-21T02:35:30.862" v="637" actId="478"/>
          <ac:spMkLst>
            <pc:docMk/>
            <pc:sldMk cId="2937172334" sldId="262"/>
            <ac:spMk id="10" creationId="{5F316266-D8F9-6AFF-710D-E1DA5E5FA021}"/>
          </ac:spMkLst>
        </pc:spChg>
        <pc:spChg chg="del">
          <ac:chgData name="Rhett Marchant" userId="18df2c221d5c7175" providerId="LiveId" clId="{7133A3CE-13BC-A846-BD39-2206C18E2A82}" dt="2024-05-21T02:35:30.862" v="637" actId="478"/>
          <ac:spMkLst>
            <pc:docMk/>
            <pc:sldMk cId="2937172334" sldId="262"/>
            <ac:spMk id="14" creationId="{B8C34AC0-56E1-F052-D729-09F2C930E065}"/>
          </ac:spMkLst>
        </pc:spChg>
        <pc:spChg chg="del">
          <ac:chgData name="Rhett Marchant" userId="18df2c221d5c7175" providerId="LiveId" clId="{7133A3CE-13BC-A846-BD39-2206C18E2A82}" dt="2024-05-21T02:35:30.862" v="637" actId="478"/>
          <ac:spMkLst>
            <pc:docMk/>
            <pc:sldMk cId="2937172334" sldId="262"/>
            <ac:spMk id="15" creationId="{0B1442AC-0D72-A728-9841-B3F4CE52ADDC}"/>
          </ac:spMkLst>
        </pc:spChg>
        <pc:graphicFrameChg chg="add mod modGraphic">
          <ac:chgData name="Rhett Marchant" userId="18df2c221d5c7175" providerId="LiveId" clId="{7133A3CE-13BC-A846-BD39-2206C18E2A82}" dt="2024-05-21T03:02:43.139" v="1551" actId="2162"/>
          <ac:graphicFrameMkLst>
            <pc:docMk/>
            <pc:sldMk cId="2937172334" sldId="262"/>
            <ac:graphicFrameMk id="3" creationId="{613D8EA5-1741-71EA-4053-6DF542AEEAC4}"/>
          </ac:graphicFrameMkLst>
        </pc:graphicFrameChg>
        <pc:picChg chg="del">
          <ac:chgData name="Rhett Marchant" userId="18df2c221d5c7175" providerId="LiveId" clId="{7133A3CE-13BC-A846-BD39-2206C18E2A82}" dt="2024-05-21T02:35:30.862" v="637" actId="478"/>
          <ac:picMkLst>
            <pc:docMk/>
            <pc:sldMk cId="2937172334" sldId="262"/>
            <ac:picMk id="6" creationId="{9F66B1FC-7CAA-1C21-9CF0-1053666FB0DD}"/>
          </ac:picMkLst>
        </pc:picChg>
        <pc:cxnChg chg="del mod">
          <ac:chgData name="Rhett Marchant" userId="18df2c221d5c7175" providerId="LiveId" clId="{7133A3CE-13BC-A846-BD39-2206C18E2A82}" dt="2024-05-21T02:35:30.862" v="637" actId="478"/>
          <ac:cxnSpMkLst>
            <pc:docMk/>
            <pc:sldMk cId="2937172334" sldId="262"/>
            <ac:cxnSpMk id="11" creationId="{AFD62BE5-4085-DBE1-645E-9AF868CEC19E}"/>
          </ac:cxnSpMkLst>
        </pc:cxnChg>
      </pc:sldChg>
      <pc:sldChg chg="addSp delSp modSp add mod">
        <pc:chgData name="Rhett Marchant" userId="18df2c221d5c7175" providerId="LiveId" clId="{7133A3CE-13BC-A846-BD39-2206C18E2A82}" dt="2024-05-21T02:58:52.496" v="1503" actId="1036"/>
        <pc:sldMkLst>
          <pc:docMk/>
          <pc:sldMk cId="3614067962" sldId="263"/>
        </pc:sldMkLst>
        <pc:spChg chg="mod">
          <ac:chgData name="Rhett Marchant" userId="18df2c221d5c7175" providerId="LiveId" clId="{7133A3CE-13BC-A846-BD39-2206C18E2A82}" dt="2024-05-21T02:55:35.095" v="1270" actId="20577"/>
          <ac:spMkLst>
            <pc:docMk/>
            <pc:sldMk cId="3614067962" sldId="263"/>
            <ac:spMk id="2" creationId="{5D2C6068-E3F9-C0D3-8131-21326EA5BF46}"/>
          </ac:spMkLst>
        </pc:spChg>
        <pc:spChg chg="add del mod">
          <ac:chgData name="Rhett Marchant" userId="18df2c221d5c7175" providerId="LiveId" clId="{7133A3CE-13BC-A846-BD39-2206C18E2A82}" dt="2024-05-21T02:48:33.703" v="866" actId="478"/>
          <ac:spMkLst>
            <pc:docMk/>
            <pc:sldMk cId="3614067962" sldId="263"/>
            <ac:spMk id="4" creationId="{B312154B-9D3F-F692-A323-0B5A66A5323E}"/>
          </ac:spMkLst>
        </pc:spChg>
        <pc:spChg chg="add mod">
          <ac:chgData name="Rhett Marchant" userId="18df2c221d5c7175" providerId="LiveId" clId="{7133A3CE-13BC-A846-BD39-2206C18E2A82}" dt="2024-05-21T02:58:52.496" v="1503" actId="1036"/>
          <ac:spMkLst>
            <pc:docMk/>
            <pc:sldMk cId="3614067962" sldId="263"/>
            <ac:spMk id="9" creationId="{6D72A3F3-E50A-9101-0B33-E7CF0D98B187}"/>
          </ac:spMkLst>
        </pc:spChg>
        <pc:spChg chg="add mod">
          <ac:chgData name="Rhett Marchant" userId="18df2c221d5c7175" providerId="LiveId" clId="{7133A3CE-13BC-A846-BD39-2206C18E2A82}" dt="2024-05-21T02:58:47.675" v="1497" actId="121"/>
          <ac:spMkLst>
            <pc:docMk/>
            <pc:sldMk cId="3614067962" sldId="263"/>
            <ac:spMk id="10" creationId="{96D8DFED-3732-3ACE-F084-7E9590750D5B}"/>
          </ac:spMkLst>
        </pc:spChg>
        <pc:picChg chg="del">
          <ac:chgData name="Rhett Marchant" userId="18df2c221d5c7175" providerId="LiveId" clId="{7133A3CE-13BC-A846-BD39-2206C18E2A82}" dt="2024-05-21T02:47:39.301" v="845" actId="478"/>
          <ac:picMkLst>
            <pc:docMk/>
            <pc:sldMk cId="3614067962" sldId="263"/>
            <ac:picMk id="5" creationId="{83536B7F-E6A4-FAE6-AAFE-0AB56FA732F8}"/>
          </ac:picMkLst>
        </pc:picChg>
        <pc:picChg chg="add del mod">
          <ac:chgData name="Rhett Marchant" userId="18df2c221d5c7175" providerId="LiveId" clId="{7133A3CE-13BC-A846-BD39-2206C18E2A82}" dt="2024-05-21T02:48:18.652" v="859" actId="478"/>
          <ac:picMkLst>
            <pc:docMk/>
            <pc:sldMk cId="3614067962" sldId="263"/>
            <ac:picMk id="6" creationId="{56829D72-C173-152C-83AA-1EEFD4ED6B5F}"/>
          </ac:picMkLst>
        </pc:picChg>
        <pc:picChg chg="add mod">
          <ac:chgData name="Rhett Marchant" userId="18df2c221d5c7175" providerId="LiveId" clId="{7133A3CE-13BC-A846-BD39-2206C18E2A82}" dt="2024-05-21T02:58:52.496" v="1503" actId="1036"/>
          <ac:picMkLst>
            <pc:docMk/>
            <pc:sldMk cId="3614067962" sldId="263"/>
            <ac:picMk id="7" creationId="{7853580C-F73F-D9DD-518E-B34F10131ABB}"/>
          </ac:picMkLst>
        </pc:picChg>
        <pc:picChg chg="add del mod">
          <ac:chgData name="Rhett Marchant" userId="18df2c221d5c7175" providerId="LiveId" clId="{7133A3CE-13BC-A846-BD39-2206C18E2A82}" dt="2024-05-21T02:48:32.015" v="865" actId="478"/>
          <ac:picMkLst>
            <pc:docMk/>
            <pc:sldMk cId="3614067962" sldId="263"/>
            <ac:picMk id="8" creationId="{43FF0140-C02A-9A89-9A9C-84D926C390A6}"/>
          </ac:picMkLst>
        </pc:picChg>
      </pc:sldChg>
      <pc:sldChg chg="add del">
        <pc:chgData name="Rhett Marchant" userId="18df2c221d5c7175" providerId="LiveId" clId="{7133A3CE-13BC-A846-BD39-2206C18E2A82}" dt="2024-05-21T02:47:18.022" v="831" actId="2696"/>
        <pc:sldMkLst>
          <pc:docMk/>
          <pc:sldMk cId="4185703363" sldId="263"/>
        </pc:sldMkLst>
      </pc:sldChg>
      <pc:sldChg chg="addSp delSp modSp add mod ord">
        <pc:chgData name="Rhett Marchant" userId="18df2c221d5c7175" providerId="LiveId" clId="{7133A3CE-13BC-A846-BD39-2206C18E2A82}" dt="2024-05-21T02:59:00.662" v="1512" actId="1036"/>
        <pc:sldMkLst>
          <pc:docMk/>
          <pc:sldMk cId="1476365057" sldId="264"/>
        </pc:sldMkLst>
        <pc:spChg chg="mod">
          <ac:chgData name="Rhett Marchant" userId="18df2c221d5c7175" providerId="LiveId" clId="{7133A3CE-13BC-A846-BD39-2206C18E2A82}" dt="2024-05-21T02:55:16.227" v="1258" actId="20577"/>
          <ac:spMkLst>
            <pc:docMk/>
            <pc:sldMk cId="1476365057" sldId="264"/>
            <ac:spMk id="2" creationId="{5D2C6068-E3F9-C0D3-8131-21326EA5BF46}"/>
          </ac:spMkLst>
        </pc:spChg>
        <pc:spChg chg="add mod">
          <ac:chgData name="Rhett Marchant" userId="18df2c221d5c7175" providerId="LiveId" clId="{7133A3CE-13BC-A846-BD39-2206C18E2A82}" dt="2024-05-21T02:58:58.541" v="1506" actId="121"/>
          <ac:spMkLst>
            <pc:docMk/>
            <pc:sldMk cId="1476365057" sldId="264"/>
            <ac:spMk id="3" creationId="{0275DE16-74EB-0199-7969-62C62EEEBA82}"/>
          </ac:spMkLst>
        </pc:spChg>
        <pc:spChg chg="del">
          <ac:chgData name="Rhett Marchant" userId="18df2c221d5c7175" providerId="LiveId" clId="{7133A3CE-13BC-A846-BD39-2206C18E2A82}" dt="2024-05-21T02:48:08.867" v="856" actId="478"/>
          <ac:spMkLst>
            <pc:docMk/>
            <pc:sldMk cId="1476365057" sldId="264"/>
            <ac:spMk id="4" creationId="{B312154B-9D3F-F692-A323-0B5A66A5323E}"/>
          </ac:spMkLst>
        </pc:spChg>
        <pc:picChg chg="mod">
          <ac:chgData name="Rhett Marchant" userId="18df2c221d5c7175" providerId="LiveId" clId="{7133A3CE-13BC-A846-BD39-2206C18E2A82}" dt="2024-05-21T02:59:00.662" v="1512" actId="1036"/>
          <ac:picMkLst>
            <pc:docMk/>
            <pc:sldMk cId="1476365057" sldId="264"/>
            <ac:picMk id="6" creationId="{56829D72-C173-152C-83AA-1EEFD4ED6B5F}"/>
          </ac:picMkLst>
        </pc:picChg>
        <pc:picChg chg="del">
          <ac:chgData name="Rhett Marchant" userId="18df2c221d5c7175" providerId="LiveId" clId="{7133A3CE-13BC-A846-BD39-2206C18E2A82}" dt="2024-05-21T02:48:01.369" v="853" actId="478"/>
          <ac:picMkLst>
            <pc:docMk/>
            <pc:sldMk cId="1476365057" sldId="264"/>
            <ac:picMk id="7" creationId="{7853580C-F73F-D9DD-518E-B34F10131ABB}"/>
          </ac:picMkLst>
        </pc:picChg>
        <pc:picChg chg="del">
          <ac:chgData name="Rhett Marchant" userId="18df2c221d5c7175" providerId="LiveId" clId="{7133A3CE-13BC-A846-BD39-2206C18E2A82}" dt="2024-05-21T02:48:06.479" v="855" actId="478"/>
          <ac:picMkLst>
            <pc:docMk/>
            <pc:sldMk cId="1476365057" sldId="264"/>
            <ac:picMk id="8" creationId="{43FF0140-C02A-9A89-9A9C-84D926C390A6}"/>
          </ac:picMkLst>
        </pc:picChg>
      </pc:sldChg>
      <pc:sldChg chg="new del">
        <pc:chgData name="Rhett Marchant" userId="18df2c221d5c7175" providerId="LiveId" clId="{7133A3CE-13BC-A846-BD39-2206C18E2A82}" dt="2024-05-21T03:00:43.184" v="1522" actId="2696"/>
        <pc:sldMkLst>
          <pc:docMk/>
          <pc:sldMk cId="1107688131" sldId="265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1T02:30:55.2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2129 0 24575,'3'12'0,"-2"1"0,3 3 0,1 9 0,-4 3 0,5 8 0,-6 0 0,0 18 0,0-23 0,-9 39 0,-10-20 0,6 8 0,-14-4 0,24-18 0,-16 18 0,17-14 0,-12 14 0,4 0 0,3-13 0,-10 30 0,9-30 0,-7 13 0,0 0 0,2-14 0,-1 5 0,-9 7 0,7-2 0,-9 8 0,-2 14 0,1-14 0,-12 18 0,6-17 0,8-14 0,-18 14 0,13-7 0,-13 5 0,-3 4 0,6-22 0,-3 9 0,-12 7 0,33-26 0,-30 24 0,-1-9 0,19-7 0,-1 1 0,-3-5 0,-1 1 0,-2 6 0,1-1 0,-4 1 0,1-3 0,0 0 0,-2 6 0,1-4 0,-3 1 0,-15 19 0,6-15 0,-24 15 0,51-37 0,-42 21 0,25-16 0,13-5 0,-20 8 0,34-13 0,-16 6 0,6-2 0,1-4 0,2 1 0,8-9 0,4 3 0,2-7 0,2 2 0,5-2 0,-4-1 0,4 3 0,-5-2 0,1 3 0,-4 0 0,3-3 0,-3 2 0,4-6 0,3 6 0,-6-2 0,6 3 0,-7-4 0,3 0 0,5-11 0,0-29 0,15 4 0,-3-22 0,9 18 0,-5 0 0,0-1 0,-2 14 0,2-10 0,-7 21 0,4-9 0,-9 13 0,4 0 0,0 3 0,-3-2 0,6 2 0,-6-3 0,2 0 0,-3 7 0,0 5 0,-3 9 0,-5 3 0,2 1 0,-9-1 0,3 9 0,-2-10 0,-3 18 0,8-18 0,-2 19 0,0-7 0,1 0 0,0-5 0,5-11 0,2-2 0,-1-1 0,3 0 0,-2 0 0,3 0 0,0 0 0,0 1 0,0-1 0,0 0 0,0 0 0,0 0 0,0 0 0,3 1 0,2-5 0,6 3 0,2-6 0,0 3 0,2-1 0,-2-2 0,12 3 0,-10-4 0,9 0 0,-15 0 0,7 4 0,-4-3 0,5 6 0,-5-6 0,13 2 0,-14-3 0,9 0 0,-8 0 0,-3 0 0,3 4 0,0-3 0,-3 3 0,3-4 0,-4 0 0,0 0 0,0 0 0,0 0 0,-3 3 0,2-2 0,-10 3 0,-1-4 0,-9 0 0,-12 0 0,-3 0 0,1 0 0,-25 0 0,33 0 0,-24 0 0,31 0 0,-1 0 0,-3 0 0,7 0 0,-3 0 0,0 0 0,3 0 0,-7 0 0,7 0 0,-3 0 0,0-4 0,3 3 0,-6-3 0,5 1 0,-1 2 0,2-3 0,1 0 0,0 3 0,-1-2 0,1 3 0,3-4 0,-2 3 0,6-2 0,-2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5-21T02:32:45.5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5082 1627 24575,'-4'-5'0,"-1"-2"0,-7-2 0,3 0 0,-6-3 0,5 4 0,-5 0 0,2-4 0,-3-1 0,-1-4 0,1 5 0,-1-4 0,-8 0 0,6 2 0,-6-5 0,0 3 0,6 2 0,-15-8 0,16 8 0,-8-6 0,10 8 0,0 0 0,-10-4 0,-1-1 0,0-3 0,-7-4 0,-12-3 0,14 9 0,-37-17 0,19 10 0,0 0 0,-19-10 0,11-4 0,-2 9 0,-20-19 0,4 29 0,13-11 0,-27 1 0,-4 4 0,27 0 0,5 10 0,-2-1 0,-17-15 0,14 8 0,0-1 0,-18-7 0,19 14 0,6 1 0,15 4 0,-45-7 0,62 9 0,-23 1 0,36 3 0,-19 6 0,7-8 0,-1 7 0,-42-13 0,-2 2 0,8 1 0,-6-1-223,1 1 1,-1-1 222,0 1 0,1-1 0,1 0 0,2 2 0,5 4 0,5 1 0,-25-10 0,27 15 0,1 0 0,-10-12 0,-32 11 445,37-12-445,-14 12 0,13-12 0,1 12 0,4-11 0,27 11 0,-7-9 0,19 10 0,-10-4 0,16 5 0,-3-4 0,4 3 0,0-3 0,-1 4 0,1 0 0,-4-3 0,-1 2 0,0-3 0,-2 4 0,6 0 0,-3-3 0,0 2 0,3-3 0,-3 4 0,7-4 0,-2 3 0,2-2 0,-16 3 0,-2-6 0,-5 5 0,-6-10 0,16 10 0,-8-4 0,14 1 0,-4 3 0,7-3 0,-3 4 0,0 0 0,3-3 0,-7 2 0,3-7 0,-3 7 0,0-2 0,-1 3 0,4 0 0,-11 0 0,13 0 0,-23-6 0,19 5 0,-19-4 0,-11-4 0,5 7 0,-32-15 0,31 15 0,-31-7 0,32 4 0,-15 4 0,28-5 0,2 6 0,0-5 0,-3 4 0,-8-5 0,0 6 0,12 0 0,3-3 0,10 2 0,1-3 0,-2 4 0,0 0 0,3 0 0,-3 0 0,4 0 0,7 0 0,2 4 0,55 28 0,-23-10 0,39 17 0,-18-19 0,-23-9 0,21 4 0,-37-7 0,5 2 0,-11-5 0,-1 2 0,0-3 0,0 5 0,0-5 0,-3 3 0,2-2 0,-2-1 0,-5-4 0,-1-4 0,-19-12 0,5 3 0,-10-3 0,12 0 0,-3 7 0,7 1 0,-3-3 0,4 5 0,-1-2 0,1 4 0,0 1 0,0-2 0,-1 0 0,1-2 0,0 6 0,-1-6 0,1 6 0,0-7 0,0 7 0,-1-6 0,1 2 0,0-3 0,-1 0 0,5 0 0,-4-1 0,4 5 0,-1-4 0,-2 7 0,2-6 0,-3 2 0,0 1 0,3-4 0,-2 8 0,2-8 0,-3 7 0,0-6 0,-1 2 0,1 1 0,0-4 0,7 7 0,5-2 0,9-1 0,3-1 0,1-3 0,-1 0 0,0 0 0,0 3 0,10-4 0,-8 8 0,4-5 0,-11 6 0,1-3 0,-3 2 0,3-3 0,-4 4 0,0 0 0,0 0 0,1 0 0,-1 0 0,0 0 0,0-4 0,0 3 0,0-2 0,1 3 0,-1 0 0,0-4 0,0 3 0,0-3 0,0 4 0,1-3 0,-1-2 0,4-3 0,0-1 0,1 1 0,-1 0 0,-4 3 0,-7 2 0,-2 3 0,-11 3 0,-1 2 0,-3-1 0,-1 4 0,4-8 0,-2 4 0,2-4 0,-3 4 0,-1 0 0,4 1 0,-2-2 0,5 1 0,-1-3 0,2 3 0,1-1 0,0-2 0,-1 3 0,5-1 0,-4-2 0,0 7 0,-1-4 0,-3 1 0,4 2 0,0-3 0,-1 1 0,1-1 0,3-1 0,-2-2 0,2 6 0,-3-6 0,0 7 0,-1-8 0,1 8 0,0-7 0,0 6 0,-1-6 0,5 6 0,-4-6 0,4 6 0,-5-6 0,1 6 0,0-6 0,0 6 0,3-6 0,1 3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89AEC-07CB-89DE-42A2-DE7AA7F983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1E0D0C-1A2C-FD34-C0F1-A29A3A237F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4AFE4-99FF-135D-197F-CA71FAFC6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A6D2F-4CBA-F07F-2DA0-8A2B185BE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660631-8CD4-AD66-80AA-D3A23328B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398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E654A-1D22-1415-16DD-CE8A80F8F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F7968-451C-777D-1C9A-A9A81CB74F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C6E1E0-F8D7-F623-5B93-52FA6F248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8C86AD-F425-588C-5755-3DD1F517D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A0633-F3D7-428A-DAC8-707A646D0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331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A3DB7-43C4-D000-56E9-7139E45EE5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1B058-E245-B8F7-645D-E371F3395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43F581-3163-175D-E13A-CE6B3D50F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D4847-A4AE-3CF3-4FF1-7EC564E37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B5F1B1-299C-435C-82FC-829BA89C0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81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85DF0-703A-7056-3222-D2F314F85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20EF0-9E46-583C-50D8-B1BF257233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F2D9F4-65AD-78EB-E29F-2D8EA800B6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497330-780A-6C24-9890-D6156D5F6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5/21/24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08562-8425-1620-8F62-B5D8E6051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1B0140-7257-AB80-53C6-FF9E47979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0444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50D81-A9ED-FCB5-02AE-F1B62E6EC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2DE0F7-0D8C-4C05-D4BF-B63310993D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91875C-FF8A-DB68-7774-29E7CF68F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E72804-D91B-42D0-EDDA-64A5E0B984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DC6ACC-F3B3-FBFC-16D1-B218D6C6F1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B51CC0-A090-DC0B-EF92-F2203DDB5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5/21/24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77554D-9C6B-482D-7B07-49DE03574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DAE7F3-A394-43E1-1F99-2AB96CC18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637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DC20A-0E5A-B3F5-A3CE-98262BA6E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18286B-7C28-7821-88AC-D0EB33F9F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5/21/24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CDBA81-45E7-8FD8-A6C6-F296E1188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167E47-8F15-55A9-6E8B-5EB33ACE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115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EC4A08-612A-2DAB-174B-5FFB192A0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5/21/24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E5703B-5F69-EA4B-75D3-AB1FB06E2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686B82-305E-AF39-C625-B9A3E3315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891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A4D9F-E481-81A7-4631-8DDF6535C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FB138-24F0-9660-EBBE-0ED81628E2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653469-848B-E39D-68A3-87E48CA5B3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491EE1-42AB-7D5F-0E69-A8FABEDD9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5/21/24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7F3297-D6A1-58CD-EBDD-8DFB1E1AC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8CC218-BF60-A35C-9EEF-79BAC7E70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499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EC7B6-4E82-1D33-A200-0611FEA73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B13A15-8CF2-3456-C325-041E10D949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4D1B70-432B-7B9B-2569-0C606BA9F5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B92784-590C-737A-5002-AB7F68422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5/21/24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20DBD6-2F46-4987-BAD1-8A66981D2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CAA061-FC31-C4D5-0A4B-7FC795274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828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1F536-E8C1-B6A1-ABF8-04A6CC2E3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EA538F-D12A-4786-72AE-5DBBEB6B64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691A4C-665D-B47E-CD3E-3E67DA544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62EF7-4354-0093-3DD4-78BF85EB3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4661F0-064E-8CEF-5C95-F2A64A1BF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678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D42C38-33F2-61C5-E7AA-7020F093DB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39BC4E-133A-A0E1-2A84-9B0D389E8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DF106C-C65A-CDFE-3AFA-53B250D99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31678-6B82-5B4B-834D-D2CBD0B9CFEC}" type="datetimeFigureOut">
              <a:rPr lang="en-US" smtClean="0"/>
              <a:t>5/21/24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9F2DF6-ACC0-47B9-66A0-8007EC160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FCB31-A2F3-F5C8-FB91-6760DE1A1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495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BC89BE-53F8-A564-595E-175BD796F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699767-C5ED-1EBB-C5A5-F35008B974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0F13A0-4075-F556-506A-617D05EDA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31678-6B82-5B4B-834D-D2CBD0B9CFEC}" type="datetimeFigureOut">
              <a:rPr lang="en-US" smtClean="0"/>
              <a:t>5/21/24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5C830-6A74-70B6-9E0A-DC7B14C6BF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DCAE4D-C9AE-4E96-19F0-329884957F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333C2A-A744-E54A-96FB-392263EAC6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796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60059-52F4-E22B-AB0B-DD95CB38C4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Splice Event Annotation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C4E69B-B1CA-C937-7A55-1F82A68DE8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 dirty="0"/>
              <a:t>cortar</a:t>
            </a:r>
            <a:r>
              <a:rPr lang="en-US" dirty="0"/>
              <a:t>, </a:t>
            </a:r>
            <a:r>
              <a:rPr lang="en-US" dirty="0" err="1"/>
              <a:t>GENE</a:t>
            </a:r>
            <a:r>
              <a:rPr lang="en-US" i="1" dirty="0" err="1"/>
              <a:t>ie</a:t>
            </a:r>
            <a:r>
              <a:rPr lang="en-US" dirty="0"/>
              <a:t>, </a:t>
            </a:r>
            <a:r>
              <a:rPr lang="en-US" dirty="0" err="1"/>
              <a:t>SpliceVault</a:t>
            </a:r>
            <a:r>
              <a:rPr lang="en-US" dirty="0"/>
              <a:t>, FRASER, etc.</a:t>
            </a:r>
          </a:p>
        </p:txBody>
      </p:sp>
    </p:spTree>
    <p:extLst>
      <p:ext uri="{BB962C8B-B14F-4D97-AF65-F5344CB8AC3E}">
        <p14:creationId xmlns:p14="http://schemas.microsoft.com/office/powerpoint/2010/main" val="2436861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4E7F7-BD0E-0C4D-5F7D-8AE6C3509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pic>
        <p:nvPicPr>
          <p:cNvPr id="5" name="Picture 4" descr="A diagram of different types of lines&#10;&#10;Description automatically generated">
            <a:extLst>
              <a:ext uri="{FF2B5EF4-FFF2-40B4-BE49-F238E27FC236}">
                <a16:creationId xmlns:a16="http://schemas.microsoft.com/office/drawing/2014/main" id="{04CE6FEB-0FBF-6766-A964-83CB264EDAA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90868"/>
          <a:stretch/>
        </p:blipFill>
        <p:spPr>
          <a:xfrm>
            <a:off x="2209800" y="1690688"/>
            <a:ext cx="7772400" cy="4772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8987BB-9C33-49F8-C02A-E3976E638519}"/>
              </a:ext>
            </a:extLst>
          </p:cNvPr>
          <p:cNvSpPr txBox="1"/>
          <p:nvPr/>
        </p:nvSpPr>
        <p:spPr>
          <a:xfrm>
            <a:off x="1122487" y="1823344"/>
            <a:ext cx="13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Gene: </a:t>
            </a:r>
            <a:r>
              <a:rPr lang="en-US" i="1" dirty="0"/>
              <a:t>GALT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223E69-39A6-3F25-3FFC-B23AC1DDA69C}"/>
              </a:ext>
            </a:extLst>
          </p:cNvPr>
          <p:cNvSpPr txBox="1"/>
          <p:nvPr/>
        </p:nvSpPr>
        <p:spPr>
          <a:xfrm>
            <a:off x="2733040" y="2243257"/>
            <a:ext cx="699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97D875-240C-47D8-2959-0E759AE1AB83}"/>
              </a:ext>
            </a:extLst>
          </p:cNvPr>
          <p:cNvSpPr/>
          <p:nvPr/>
        </p:nvSpPr>
        <p:spPr>
          <a:xfrm>
            <a:off x="3556000" y="2346960"/>
            <a:ext cx="365760" cy="1170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184B6E-A43E-F10A-EB7F-EC0BA5062F19}"/>
              </a:ext>
            </a:extLst>
          </p:cNvPr>
          <p:cNvSpPr/>
          <p:nvPr/>
        </p:nvSpPr>
        <p:spPr>
          <a:xfrm>
            <a:off x="6746240" y="2346960"/>
            <a:ext cx="365760" cy="1170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8743720-297B-CEFA-E81F-CB7A7531DCF9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3921760" y="2405479"/>
            <a:ext cx="2824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86FEA76-4274-B8F0-2AC5-0ED102DE5774}"/>
              </a:ext>
            </a:extLst>
          </p:cNvPr>
          <p:cNvSpPr txBox="1"/>
          <p:nvPr/>
        </p:nvSpPr>
        <p:spPr>
          <a:xfrm>
            <a:off x="3335702" y="2535793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34646787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43C0DC-E5D9-CCD7-0658-14C056CBB084}"/>
              </a:ext>
            </a:extLst>
          </p:cNvPr>
          <p:cNvSpPr txBox="1"/>
          <p:nvPr/>
        </p:nvSpPr>
        <p:spPr>
          <a:xfrm>
            <a:off x="6160182" y="2535793"/>
            <a:ext cx="1172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34647088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723613-25AB-5237-B039-19EC8006C5E1}"/>
              </a:ext>
            </a:extLst>
          </p:cNvPr>
          <p:cNvSpPr txBox="1"/>
          <p:nvPr/>
        </p:nvSpPr>
        <p:spPr>
          <a:xfrm>
            <a:off x="5843428" y="126732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chr9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A6DF98-677F-D10C-D3DC-2F2360FB7978}"/>
              </a:ext>
            </a:extLst>
          </p:cNvPr>
          <p:cNvSpPr/>
          <p:nvPr/>
        </p:nvSpPr>
        <p:spPr>
          <a:xfrm>
            <a:off x="838200" y="1625768"/>
            <a:ext cx="10515600" cy="694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F3842E-35F0-9AE4-B295-4AA28F186582}"/>
              </a:ext>
            </a:extLst>
          </p:cNvPr>
          <p:cNvSpPr txBox="1"/>
          <p:nvPr/>
        </p:nvSpPr>
        <p:spPr>
          <a:xfrm>
            <a:off x="704420" y="3480162"/>
            <a:ext cx="30107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chr9:34646787-34647088(+)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2A8BD8DB-A041-91FB-959A-43EA89510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134118"/>
              </p:ext>
            </p:extLst>
          </p:nvPr>
        </p:nvGraphicFramePr>
        <p:xfrm>
          <a:off x="6160183" y="3061636"/>
          <a:ext cx="5327398" cy="358496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4849">
                  <a:extLst>
                    <a:ext uri="{9D8B030D-6E8A-4147-A177-3AD203B41FA5}">
                      <a16:colId xmlns:a16="http://schemas.microsoft.com/office/drawing/2014/main" val="1110858165"/>
                    </a:ext>
                  </a:extLst>
                </a:gridCol>
                <a:gridCol w="1431771">
                  <a:extLst>
                    <a:ext uri="{9D8B030D-6E8A-4147-A177-3AD203B41FA5}">
                      <a16:colId xmlns:a16="http://schemas.microsoft.com/office/drawing/2014/main" val="2468009557"/>
                    </a:ext>
                  </a:extLst>
                </a:gridCol>
                <a:gridCol w="1384286">
                  <a:extLst>
                    <a:ext uri="{9D8B030D-6E8A-4147-A177-3AD203B41FA5}">
                      <a16:colId xmlns:a16="http://schemas.microsoft.com/office/drawing/2014/main" val="2134646287"/>
                    </a:ext>
                  </a:extLst>
                </a:gridCol>
                <a:gridCol w="1216492">
                  <a:extLst>
                    <a:ext uri="{9D8B030D-6E8A-4147-A177-3AD203B41FA5}">
                      <a16:colId xmlns:a16="http://schemas.microsoft.com/office/drawing/2014/main" val="3370446702"/>
                    </a:ext>
                  </a:extLst>
                </a:gridCol>
              </a:tblGrid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1" u="none" strike="noStrike" dirty="0">
                          <a:effectLst/>
                        </a:rPr>
                        <a:t>chromosome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1" u="none" strike="noStrike" dirty="0">
                          <a:effectLst/>
                        </a:rPr>
                        <a:t>start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1" u="none" strike="noStrike" dirty="0">
                          <a:effectLst/>
                        </a:rPr>
                        <a:t>end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1" u="none" strike="noStrike" dirty="0">
                          <a:effectLst/>
                        </a:rPr>
                        <a:t>strand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extLst>
                  <a:ext uri="{0D108BD9-81ED-4DB2-BD59-A6C34878D82A}">
                    <a16:rowId xmlns:a16="http://schemas.microsoft.com/office/drawing/2014/main" val="1174067835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64514937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64519068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99173822"/>
                  </a:ext>
                </a:extLst>
              </a:tr>
              <a:tr h="298254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19378917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19379460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97179442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139565773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139566377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85118752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229602504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229606326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5112056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152390061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152391916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84722614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6257817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6268740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8340972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148252119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148252729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25299604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46051815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46052524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18039479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13144248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13150137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31703264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13160593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13160887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40056916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32521177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32521632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68707075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154145676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154148590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3836083"/>
                  </a:ext>
                </a:extLst>
              </a:tr>
              <a:tr h="230188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50183187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50183396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89141023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E3D42977-3C43-9C77-E4FD-19A73EEEDC36}"/>
              </a:ext>
            </a:extLst>
          </p:cNvPr>
          <p:cNvSpPr txBox="1"/>
          <p:nvPr/>
        </p:nvSpPr>
        <p:spPr>
          <a:xfrm>
            <a:off x="8823882" y="489645"/>
            <a:ext cx="3134492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/>
              <a:t>RNA-sequencing alignment produces ‘split-reads’ that show the location of an intron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DBB03D-D07A-C253-85BB-9BBF573C0044}"/>
              </a:ext>
            </a:extLst>
          </p:cNvPr>
          <p:cNvSpPr txBox="1"/>
          <p:nvPr/>
        </p:nvSpPr>
        <p:spPr>
          <a:xfrm>
            <a:off x="405260" y="3952876"/>
            <a:ext cx="3609080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/>
              <a:t>This is recorded as genomic coordinates, but more information is needed for interpretation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D797F9-6339-131A-2AF9-7A11112217D3}"/>
              </a:ext>
            </a:extLst>
          </p:cNvPr>
          <p:cNvSpPr txBox="1"/>
          <p:nvPr/>
        </p:nvSpPr>
        <p:spPr>
          <a:xfrm>
            <a:off x="3080662" y="5742193"/>
            <a:ext cx="3609080" cy="92333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/>
              <a:t>This problem is compounded when assessing multiple introns from the output of some analysis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D2AC0F50-4140-2CD7-89B8-65CD233827F4}"/>
                  </a:ext>
                </a:extLst>
              </p14:cNvPr>
              <p14:cNvContentPartPr/>
              <p14:nvPr/>
            </p14:nvContentPartPr>
            <p14:xfrm>
              <a:off x="4266488" y="2922448"/>
              <a:ext cx="773640" cy="110376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D2AC0F50-4140-2CD7-89B8-65CD233827F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57848" y="2913448"/>
                <a:ext cx="791280" cy="11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B714589-AC69-F5C6-8059-09BE7DB8EB14}"/>
                  </a:ext>
                </a:extLst>
              </p14:cNvPr>
              <p14:cNvContentPartPr/>
              <p14:nvPr/>
            </p14:nvContentPartPr>
            <p14:xfrm>
              <a:off x="7548608" y="2400448"/>
              <a:ext cx="1829520" cy="58572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B714589-AC69-F5C6-8059-09BE7DB8EB1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39608" y="2391808"/>
                <a:ext cx="1847160" cy="603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67753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7B3DA-1DB1-8A64-6B4B-1BE654894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Splice Event Annotator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2BFAA8-5E46-FA16-C7CF-6DF5EA08D4A5}"/>
              </a:ext>
            </a:extLst>
          </p:cNvPr>
          <p:cNvSpPr txBox="1"/>
          <p:nvPr/>
        </p:nvSpPr>
        <p:spPr>
          <a:xfrm>
            <a:off x="5837182" y="4552874"/>
            <a:ext cx="479536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Canonical splicing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Exon skipping (single &amp; multi-exon)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Cryptic acceptors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Cryptic donors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Intron retention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Unannotated junctions</a:t>
            </a:r>
          </a:p>
        </p:txBody>
      </p:sp>
      <p:pic>
        <p:nvPicPr>
          <p:cNvPr id="6" name="Picture 5" descr="A diagram of different types of lines&#10;&#10;Description automatically generated">
            <a:extLst>
              <a:ext uri="{FF2B5EF4-FFF2-40B4-BE49-F238E27FC236}">
                <a16:creationId xmlns:a16="http://schemas.microsoft.com/office/drawing/2014/main" id="{9F66B1FC-7CAA-1C21-9CF0-1053666FB0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90868"/>
          <a:stretch/>
        </p:blipFill>
        <p:spPr>
          <a:xfrm>
            <a:off x="2209800" y="1690688"/>
            <a:ext cx="7772400" cy="4772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C0822A9-BFC0-31D0-BC55-E0E6466614AB}"/>
              </a:ext>
            </a:extLst>
          </p:cNvPr>
          <p:cNvSpPr txBox="1"/>
          <p:nvPr/>
        </p:nvSpPr>
        <p:spPr>
          <a:xfrm>
            <a:off x="1122487" y="1823344"/>
            <a:ext cx="1338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Gene: </a:t>
            </a:r>
            <a:r>
              <a:rPr lang="en-US" i="1" dirty="0"/>
              <a:t>GALT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3096A0-23D6-5F4D-F26D-919B0A207EA4}"/>
              </a:ext>
            </a:extLst>
          </p:cNvPr>
          <p:cNvSpPr txBox="1"/>
          <p:nvPr/>
        </p:nvSpPr>
        <p:spPr>
          <a:xfrm>
            <a:off x="2733040" y="2243257"/>
            <a:ext cx="699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D8607F-FF3A-85FC-5CBC-398D802B9D4A}"/>
              </a:ext>
            </a:extLst>
          </p:cNvPr>
          <p:cNvSpPr/>
          <p:nvPr/>
        </p:nvSpPr>
        <p:spPr>
          <a:xfrm>
            <a:off x="3556000" y="2346960"/>
            <a:ext cx="365760" cy="1170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316266-D8F9-6AFF-710D-E1DA5E5FA021}"/>
              </a:ext>
            </a:extLst>
          </p:cNvPr>
          <p:cNvSpPr/>
          <p:nvPr/>
        </p:nvSpPr>
        <p:spPr>
          <a:xfrm>
            <a:off x="6746240" y="2346960"/>
            <a:ext cx="365760" cy="1170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D62BE5-4085-DBE1-645E-9AF868CEC19E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3921760" y="2405479"/>
            <a:ext cx="282448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8C34AC0-56E1-F052-D729-09F2C930E065}"/>
              </a:ext>
            </a:extLst>
          </p:cNvPr>
          <p:cNvSpPr txBox="1"/>
          <p:nvPr/>
        </p:nvSpPr>
        <p:spPr>
          <a:xfrm>
            <a:off x="5843428" y="1267325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chr9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B1442AC-0D72-A728-9841-B3F4CE52ADDC}"/>
              </a:ext>
            </a:extLst>
          </p:cNvPr>
          <p:cNvSpPr/>
          <p:nvPr/>
        </p:nvSpPr>
        <p:spPr>
          <a:xfrm>
            <a:off x="838200" y="1625768"/>
            <a:ext cx="10515600" cy="694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FFE7A39-33F3-4601-0559-2521AD0E1D6F}"/>
              </a:ext>
            </a:extLst>
          </p:cNvPr>
          <p:cNvSpPr/>
          <p:nvPr/>
        </p:nvSpPr>
        <p:spPr>
          <a:xfrm>
            <a:off x="2140554" y="3009087"/>
            <a:ext cx="1736460" cy="12363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Identify Transcript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8EE128E-03BD-39A6-6BF0-7776B6A27FFC}"/>
              </a:ext>
            </a:extLst>
          </p:cNvPr>
          <p:cNvSpPr/>
          <p:nvPr/>
        </p:nvSpPr>
        <p:spPr>
          <a:xfrm>
            <a:off x="4100722" y="3009087"/>
            <a:ext cx="1736460" cy="123632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Identify Introns/Exons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BC9CA0A-979D-795B-0B2E-6BB062A57924}"/>
              </a:ext>
            </a:extLst>
          </p:cNvPr>
          <p:cNvSpPr/>
          <p:nvPr/>
        </p:nvSpPr>
        <p:spPr>
          <a:xfrm>
            <a:off x="6060890" y="3009087"/>
            <a:ext cx="1736460" cy="1236325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  <a:p>
            <a:pPr algn="ctr"/>
            <a:r>
              <a:rPr lang="en-US" dirty="0"/>
              <a:t>Annotate Events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017A7AD-A7C8-07AE-A45E-2F9E7CF35487}"/>
              </a:ext>
            </a:extLst>
          </p:cNvPr>
          <p:cNvSpPr/>
          <p:nvPr/>
        </p:nvSpPr>
        <p:spPr>
          <a:xfrm>
            <a:off x="8019257" y="3009087"/>
            <a:ext cx="1736460" cy="1236325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  <a:p>
            <a:pPr algn="ctr"/>
            <a:r>
              <a:rPr lang="en-US" dirty="0"/>
              <a:t>Flag Alternate</a:t>
            </a:r>
          </a:p>
          <a:p>
            <a:pPr algn="ctr"/>
            <a:r>
              <a:rPr lang="en-US" dirty="0"/>
              <a:t>Splicing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E7E86B-6E8B-4BF7-09AD-8DD5FF562ED6}"/>
              </a:ext>
            </a:extLst>
          </p:cNvPr>
          <p:cNvSpPr txBox="1"/>
          <p:nvPr/>
        </p:nvSpPr>
        <p:spPr>
          <a:xfrm>
            <a:off x="4359540" y="2447254"/>
            <a:ext cx="1736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exon 2 skipping </a:t>
            </a:r>
          </a:p>
        </p:txBody>
      </p:sp>
    </p:spTree>
    <p:extLst>
      <p:ext uri="{BB962C8B-B14F-4D97-AF65-F5344CB8AC3E}">
        <p14:creationId xmlns:p14="http://schemas.microsoft.com/office/powerpoint/2010/main" val="2336898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7B3DA-1DB1-8A64-6B4B-1BE654894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Splice Event Annotator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13D8EA5-1741-71EA-4053-6DF542AEE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7328943"/>
              </p:ext>
            </p:extLst>
          </p:nvPr>
        </p:nvGraphicFramePr>
        <p:xfrm>
          <a:off x="558738" y="1563367"/>
          <a:ext cx="11074523" cy="48021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05488">
                  <a:extLst>
                    <a:ext uri="{9D8B030D-6E8A-4147-A177-3AD203B41FA5}">
                      <a16:colId xmlns:a16="http://schemas.microsoft.com/office/drawing/2014/main" val="1110858165"/>
                    </a:ext>
                  </a:extLst>
                </a:gridCol>
                <a:gridCol w="1145893">
                  <a:extLst>
                    <a:ext uri="{9D8B030D-6E8A-4147-A177-3AD203B41FA5}">
                      <a16:colId xmlns:a16="http://schemas.microsoft.com/office/drawing/2014/main" val="2468009557"/>
                    </a:ext>
                  </a:extLst>
                </a:gridCol>
                <a:gridCol w="1111170">
                  <a:extLst>
                    <a:ext uri="{9D8B030D-6E8A-4147-A177-3AD203B41FA5}">
                      <a16:colId xmlns:a16="http://schemas.microsoft.com/office/drawing/2014/main" val="2134646287"/>
                    </a:ext>
                  </a:extLst>
                </a:gridCol>
                <a:gridCol w="960699">
                  <a:extLst>
                    <a:ext uri="{9D8B030D-6E8A-4147-A177-3AD203B41FA5}">
                      <a16:colId xmlns:a16="http://schemas.microsoft.com/office/drawing/2014/main" val="3370446702"/>
                    </a:ext>
                  </a:extLst>
                </a:gridCol>
                <a:gridCol w="1516283">
                  <a:extLst>
                    <a:ext uri="{9D8B030D-6E8A-4147-A177-3AD203B41FA5}">
                      <a16:colId xmlns:a16="http://schemas.microsoft.com/office/drawing/2014/main" val="2526403552"/>
                    </a:ext>
                  </a:extLst>
                </a:gridCol>
                <a:gridCol w="5034990">
                  <a:extLst>
                    <a:ext uri="{9D8B030D-6E8A-4147-A177-3AD203B41FA5}">
                      <a16:colId xmlns:a16="http://schemas.microsoft.com/office/drawing/2014/main" val="3292741551"/>
                    </a:ext>
                  </a:extLst>
                </a:gridCol>
              </a:tblGrid>
              <a:tr h="329964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1" u="none" strike="noStrike" dirty="0">
                          <a:effectLst/>
                        </a:rPr>
                        <a:t>chromosome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1" u="none" strike="noStrike" dirty="0">
                          <a:effectLst/>
                        </a:rPr>
                        <a:t>start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1" u="none" strike="noStrike" dirty="0">
                          <a:effectLst/>
                        </a:rPr>
                        <a:t>end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1" u="none" strike="noStrike" dirty="0">
                          <a:effectLst/>
                        </a:rPr>
                        <a:t>strand</a:t>
                      </a:r>
                      <a:endParaRPr lang="en-AU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487" marR="2487" marT="2487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gene</a:t>
                      </a:r>
                    </a:p>
                  </a:txBody>
                  <a:tcPr marL="2487" marR="2487" marT="2487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event</a:t>
                      </a:r>
                    </a:p>
                  </a:txBody>
                  <a:tcPr marL="2487" marR="2487" marT="2487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4067835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64514937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64519068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PYGM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exon 16-17 skipping/cryptic intron 17 acceptor @ -107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9173822"/>
                  </a:ext>
                </a:extLst>
              </a:tr>
              <a:tr h="399523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19378917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19379460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RPS6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intron 2 donor @ +25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7179442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139565773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139566377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EGFL7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intron 9 donor @ +307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118752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229602504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229606326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NUP133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canonical exon 15-16 splicing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12056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152390061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152391916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NEB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intron 142 donor @ +289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722614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6257817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6268740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RP1-120G22.11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intergenic donor @ -9119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340972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148252119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148252729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NBPF20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intron 25 donor @ +30211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5299604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46051815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46052524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CDK5RAP3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canonical exon 5-6 splicing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039479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13144248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13150137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OPTN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intron 1 donor @ +1946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703264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13160593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13160887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OPTN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intron 6 donor @ +2253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056916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32521177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32521632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HLA-DRB6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alternate intergenic junction (NR_001298.1 exon 4-5)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8707075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154145676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154148590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TPM3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cryptic exon 4 acceptor @ +2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836083"/>
                  </a:ext>
                </a:extLst>
              </a:tr>
              <a:tr h="339392"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chr19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50183187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50183396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+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PRMT1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AU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alternate intronic junction (NR_033397.5 exon 2-3)</a:t>
                      </a:r>
                    </a:p>
                  </a:txBody>
                  <a:tcPr marL="9525" marR="9525" marT="9525" marB="0" anchor="b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9141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7172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C6068-E3F9-C0D3-8131-21326EA5B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635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In </a:t>
            </a:r>
            <a:r>
              <a:rPr lang="en-US" i="1" dirty="0"/>
              <a:t>GALT</a:t>
            </a:r>
            <a:r>
              <a:rPr lang="en-US" dirty="0"/>
              <a:t>, most detected junctions (81%) are abnormal, but most reads (87%) are canonical</a:t>
            </a:r>
          </a:p>
        </p:txBody>
      </p:sp>
      <p:pic>
        <p:nvPicPr>
          <p:cNvPr id="7" name="Picture 6" descr="A pie chart with different colored circles&#10;&#10;Description automatically generated">
            <a:extLst>
              <a:ext uri="{FF2B5EF4-FFF2-40B4-BE49-F238E27FC236}">
                <a16:creationId xmlns:a16="http://schemas.microsoft.com/office/drawing/2014/main" id="{15F617F6-870D-E2AD-62CD-701F345C4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18" y="1973140"/>
            <a:ext cx="11340022" cy="2299449"/>
          </a:xfrm>
          <a:prstGeom prst="rect">
            <a:avLst/>
          </a:prstGeom>
        </p:spPr>
      </p:pic>
      <p:pic>
        <p:nvPicPr>
          <p:cNvPr id="9" name="Picture 8" descr="A close-up of a pie chart&#10;&#10;Description automatically generated">
            <a:extLst>
              <a:ext uri="{FF2B5EF4-FFF2-40B4-BE49-F238E27FC236}">
                <a16:creationId xmlns:a16="http://schemas.microsoft.com/office/drawing/2014/main" id="{E13D9288-B18A-741A-D4B0-559E239F12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518" y="4555042"/>
            <a:ext cx="11393785" cy="2134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732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C6068-E3F9-C0D3-8131-21326EA5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FRASER: What outlier events are seen?</a:t>
            </a:r>
          </a:p>
        </p:txBody>
      </p:sp>
      <p:pic>
        <p:nvPicPr>
          <p:cNvPr id="5" name="Content Placeholder 4" descr="A pie chart with many colors&#10;&#10;Description automatically generated">
            <a:extLst>
              <a:ext uri="{FF2B5EF4-FFF2-40B4-BE49-F238E27FC236}">
                <a16:creationId xmlns:a16="http://schemas.microsoft.com/office/drawing/2014/main" id="{83536B7F-E6A4-FAE6-AAFE-0AB56FA732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07388"/>
            <a:ext cx="10515600" cy="4142509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456FD77-F5DE-DD23-CB60-88BFCD0DC59B}"/>
              </a:ext>
            </a:extLst>
          </p:cNvPr>
          <p:cNvSpPr txBox="1"/>
          <p:nvPr/>
        </p:nvSpPr>
        <p:spPr>
          <a:xfrm>
            <a:off x="838200" y="1576273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In all splicing outliers…</a:t>
            </a:r>
          </a:p>
        </p:txBody>
      </p:sp>
    </p:spTree>
    <p:extLst>
      <p:ext uri="{BB962C8B-B14F-4D97-AF65-F5344CB8AC3E}">
        <p14:creationId xmlns:p14="http://schemas.microsoft.com/office/powerpoint/2010/main" val="3992637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pie chart&#10;&#10;Description automatically generated">
            <a:extLst>
              <a:ext uri="{FF2B5EF4-FFF2-40B4-BE49-F238E27FC236}">
                <a16:creationId xmlns:a16="http://schemas.microsoft.com/office/drawing/2014/main" id="{56829D72-C173-152C-83AA-1EEFD4ED6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07388"/>
            <a:ext cx="10546806" cy="41425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2C6068-E3F9-C0D3-8131-21326EA5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FRASER: Unannotated events are enriched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75DE16-74EB-0199-7969-62C62EEEBA82}"/>
              </a:ext>
            </a:extLst>
          </p:cNvPr>
          <p:cNvSpPr txBox="1"/>
          <p:nvPr/>
        </p:nvSpPr>
        <p:spPr>
          <a:xfrm>
            <a:off x="838200" y="1576273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… in all significant splicing outliers …</a:t>
            </a:r>
          </a:p>
        </p:txBody>
      </p:sp>
    </p:spTree>
    <p:extLst>
      <p:ext uri="{BB962C8B-B14F-4D97-AF65-F5344CB8AC3E}">
        <p14:creationId xmlns:p14="http://schemas.microsoft.com/office/powerpoint/2010/main" val="1476365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e chart with many colors&#10;&#10;Description automatically generated">
            <a:extLst>
              <a:ext uri="{FF2B5EF4-FFF2-40B4-BE49-F238E27FC236}">
                <a16:creationId xmlns:a16="http://schemas.microsoft.com/office/drawing/2014/main" id="{7853580C-F73F-D9DD-518E-B34F10131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2107387"/>
            <a:ext cx="10629133" cy="41425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2C6068-E3F9-C0D3-8131-21326EA5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FRASER: Unannotated events are dominant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72A3F3-E50A-9101-0B33-E7CF0D98B187}"/>
              </a:ext>
            </a:extLst>
          </p:cNvPr>
          <p:cNvSpPr txBox="1"/>
          <p:nvPr/>
        </p:nvSpPr>
        <p:spPr>
          <a:xfrm>
            <a:off x="1554980" y="5603565"/>
            <a:ext cx="358417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/>
              <a:t>Excluding </a:t>
            </a:r>
            <a:r>
              <a:rPr lang="en-US" dirty="0">
                <a:solidFill>
                  <a:srgbClr val="FF0000"/>
                </a:solidFill>
              </a:rPr>
              <a:t>unannotated introns </a:t>
            </a:r>
            <a:r>
              <a:rPr lang="en-US" dirty="0"/>
              <a:t>may be a suitable filtering strategy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D8DFED-3732-3ACE-F084-7E9590750D5B}"/>
              </a:ext>
            </a:extLst>
          </p:cNvPr>
          <p:cNvSpPr txBox="1"/>
          <p:nvPr/>
        </p:nvSpPr>
        <p:spPr>
          <a:xfrm>
            <a:off x="838200" y="1576273"/>
            <a:ext cx="106291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… in all significant splicing outliers (when adjusting for FDR)</a:t>
            </a:r>
          </a:p>
        </p:txBody>
      </p:sp>
    </p:spTree>
    <p:extLst>
      <p:ext uri="{BB962C8B-B14F-4D97-AF65-F5344CB8AC3E}">
        <p14:creationId xmlns:p14="http://schemas.microsoft.com/office/powerpoint/2010/main" val="3614067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402BF-BC41-8612-E5A9-BCBAE692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04B87-6C6B-04C5-1FC7-E58797F54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Small errors in annotation can lead to increased false positives and increase low-throughput manual curation</a:t>
            </a:r>
          </a:p>
          <a:p>
            <a:endParaRPr lang="en-US" dirty="0"/>
          </a:p>
          <a:p>
            <a:r>
              <a:rPr lang="en-US" dirty="0"/>
              <a:t>Diagnostic efforts are limited by high splicing tool output volume, but improved curation could provide substantial filtering power</a:t>
            </a:r>
          </a:p>
          <a:p>
            <a:endParaRPr lang="en-US" dirty="0"/>
          </a:p>
          <a:p>
            <a:r>
              <a:rPr lang="en-US" dirty="0"/>
              <a:t>Unannotated junctions may highlight mis-mapping or unannotated isoforms, particularly when associated with high read counts</a:t>
            </a:r>
          </a:p>
          <a:p>
            <a:endParaRPr lang="en-US" dirty="0"/>
          </a:p>
          <a:p>
            <a:r>
              <a:rPr lang="en-US" dirty="0"/>
              <a:t>Diagnostic utility will be further improved by protein level predictions, e.g., p. coordinates and functional domains</a:t>
            </a:r>
          </a:p>
        </p:txBody>
      </p:sp>
    </p:spTree>
    <p:extLst>
      <p:ext uri="{BB962C8B-B14F-4D97-AF65-F5344CB8AC3E}">
        <p14:creationId xmlns:p14="http://schemas.microsoft.com/office/powerpoint/2010/main" val="601041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477</Words>
  <Application>Microsoft Macintosh PowerPoint</Application>
  <PresentationFormat>Widescreen</PresentationFormat>
  <Paragraphs>189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Aptos Narrow</vt:lpstr>
      <vt:lpstr>Arial</vt:lpstr>
      <vt:lpstr>Office Theme</vt:lpstr>
      <vt:lpstr>Splice Event Annotation</vt:lpstr>
      <vt:lpstr>Background</vt:lpstr>
      <vt:lpstr>Splice Event Annotator</vt:lpstr>
      <vt:lpstr>Splice Event Annotator</vt:lpstr>
      <vt:lpstr>In GALT, most detected junctions (81%) are abnormal, but most reads (87%) are canonical</vt:lpstr>
      <vt:lpstr>FRASER: What outlier events are seen?</vt:lpstr>
      <vt:lpstr>FRASER: Unannotated events are enriched</vt:lpstr>
      <vt:lpstr>FRASER: Unannotated events are dominant</vt:lpstr>
      <vt:lpstr>Future Directions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Rhett Marchant</dc:creator>
  <cp:lastModifiedBy>Rhett Marchant</cp:lastModifiedBy>
  <cp:revision>1</cp:revision>
  <dcterms:created xsi:type="dcterms:W3CDTF">2024-04-23T01:44:33Z</dcterms:created>
  <dcterms:modified xsi:type="dcterms:W3CDTF">2024-05-21T03:02:49Z</dcterms:modified>
</cp:coreProperties>
</file>