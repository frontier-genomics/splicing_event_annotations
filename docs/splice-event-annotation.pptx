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33A3CE-13BC-A846-BD39-2206C18E2A82}" v="26" dt="2024-05-20T04:43:27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4737"/>
  </p:normalViewPr>
  <p:slideViewPr>
    <p:cSldViewPr snapToGrid="0">
      <p:cViewPr varScale="1">
        <p:scale>
          <a:sx n="125" d="100"/>
          <a:sy n="125" d="100"/>
        </p:scale>
        <p:origin x="16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hett Marchant" userId="18df2c221d5c7175" providerId="LiveId" clId="{7133A3CE-13BC-A846-BD39-2206C18E2A82}"/>
    <pc:docChg chg="undo custSel addSld delSld modSld sldOrd">
      <pc:chgData name="Rhett Marchant" userId="18df2c221d5c7175" providerId="LiveId" clId="{7133A3CE-13BC-A846-BD39-2206C18E2A82}" dt="2024-05-20T04:43:52.582" v="609" actId="1076"/>
      <pc:docMkLst>
        <pc:docMk/>
      </pc:docMkLst>
      <pc:sldChg chg="addSp delSp modSp new mod">
        <pc:chgData name="Rhett Marchant" userId="18df2c221d5c7175" providerId="LiveId" clId="{7133A3CE-13BC-A846-BD39-2206C18E2A82}" dt="2024-05-20T04:18:29.911" v="435" actId="21"/>
        <pc:sldMkLst>
          <pc:docMk/>
          <pc:sldMk cId="2871830996" sldId="258"/>
        </pc:sldMkLst>
        <pc:spChg chg="mod">
          <ac:chgData name="Rhett Marchant" userId="18df2c221d5c7175" providerId="LiveId" clId="{7133A3CE-13BC-A846-BD39-2206C18E2A82}" dt="2024-05-20T02:53:02.502" v="24" actId="114"/>
          <ac:spMkLst>
            <pc:docMk/>
            <pc:sldMk cId="2871830996" sldId="258"/>
            <ac:spMk id="2" creationId="{249115FB-225B-60BD-2028-785633E8564D}"/>
          </ac:spMkLst>
        </pc:spChg>
        <pc:spChg chg="del">
          <ac:chgData name="Rhett Marchant" userId="18df2c221d5c7175" providerId="LiveId" clId="{7133A3CE-13BC-A846-BD39-2206C18E2A82}" dt="2024-05-20T02:51:43.529" v="5"/>
          <ac:spMkLst>
            <pc:docMk/>
            <pc:sldMk cId="2871830996" sldId="258"/>
            <ac:spMk id="3" creationId="{A1ADDCE9-4E99-C335-3C18-D70FCBA5B953}"/>
          </ac:spMkLst>
        </pc:spChg>
        <pc:spChg chg="add mod">
          <ac:chgData name="Rhett Marchant" userId="18df2c221d5c7175" providerId="LiveId" clId="{7133A3CE-13BC-A846-BD39-2206C18E2A82}" dt="2024-05-20T03:14:37.816" v="49" actId="1076"/>
          <ac:spMkLst>
            <pc:docMk/>
            <pc:sldMk cId="2871830996" sldId="258"/>
            <ac:spMk id="7" creationId="{6D3E756C-8855-57B2-AAB6-68D3885C2710}"/>
          </ac:spMkLst>
        </pc:spChg>
        <pc:spChg chg="add mod">
          <ac:chgData name="Rhett Marchant" userId="18df2c221d5c7175" providerId="LiveId" clId="{7133A3CE-13BC-A846-BD39-2206C18E2A82}" dt="2024-05-20T03:14:53.387" v="74" actId="1076"/>
          <ac:spMkLst>
            <pc:docMk/>
            <pc:sldMk cId="2871830996" sldId="258"/>
            <ac:spMk id="8" creationId="{60E3A48F-E9C7-57C6-3EDC-D4D2D75D7EB0}"/>
          </ac:spMkLst>
        </pc:spChg>
        <pc:picChg chg="add mod modCrop">
          <ac:chgData name="Rhett Marchant" userId="18df2c221d5c7175" providerId="LiveId" clId="{7133A3CE-13BC-A846-BD39-2206C18E2A82}" dt="2024-05-20T03:14:53.387" v="74" actId="1076"/>
          <ac:picMkLst>
            <pc:docMk/>
            <pc:sldMk cId="2871830996" sldId="258"/>
            <ac:picMk id="5" creationId="{BE882182-287A-DF7D-7FBF-290B152372A8}"/>
          </ac:picMkLst>
        </pc:picChg>
        <pc:picChg chg="add mod modCrop">
          <ac:chgData name="Rhett Marchant" userId="18df2c221d5c7175" providerId="LiveId" clId="{7133A3CE-13BC-A846-BD39-2206C18E2A82}" dt="2024-05-20T03:14:33.332" v="48" actId="1076"/>
          <ac:picMkLst>
            <pc:docMk/>
            <pc:sldMk cId="2871830996" sldId="258"/>
            <ac:picMk id="6" creationId="{84F1C8E0-8EBC-5D67-C8AB-4C448E8A871D}"/>
          </ac:picMkLst>
        </pc:picChg>
        <pc:picChg chg="add del mod">
          <ac:chgData name="Rhett Marchant" userId="18df2c221d5c7175" providerId="LiveId" clId="{7133A3CE-13BC-A846-BD39-2206C18E2A82}" dt="2024-05-20T04:18:29.911" v="435" actId="21"/>
          <ac:picMkLst>
            <pc:docMk/>
            <pc:sldMk cId="2871830996" sldId="258"/>
            <ac:picMk id="10" creationId="{65F5C901-F34E-AF48-0C3C-3C0DCD4270F9}"/>
          </ac:picMkLst>
        </pc:picChg>
      </pc:sldChg>
      <pc:sldChg chg="addSp delSp modSp new mod ord">
        <pc:chgData name="Rhett Marchant" userId="18df2c221d5c7175" providerId="LiveId" clId="{7133A3CE-13BC-A846-BD39-2206C18E2A82}" dt="2024-05-20T04:18:38.262" v="438" actId="20578"/>
        <pc:sldMkLst>
          <pc:docMk/>
          <pc:sldMk cId="408511297" sldId="259"/>
        </pc:sldMkLst>
        <pc:spChg chg="del">
          <ac:chgData name="Rhett Marchant" userId="18df2c221d5c7175" providerId="LiveId" clId="{7133A3CE-13BC-A846-BD39-2206C18E2A82}" dt="2024-05-20T03:24:36.904" v="83" actId="478"/>
          <ac:spMkLst>
            <pc:docMk/>
            <pc:sldMk cId="408511297" sldId="259"/>
            <ac:spMk id="2" creationId="{C2257D81-2BF8-FB19-0C93-4D3E5BD08620}"/>
          </ac:spMkLst>
        </pc:spChg>
        <pc:spChg chg="del">
          <ac:chgData name="Rhett Marchant" userId="18df2c221d5c7175" providerId="LiveId" clId="{7133A3CE-13BC-A846-BD39-2206C18E2A82}" dt="2024-05-20T03:24:23.916" v="76"/>
          <ac:spMkLst>
            <pc:docMk/>
            <pc:sldMk cId="408511297" sldId="259"/>
            <ac:spMk id="3" creationId="{2CDCFF5F-0C33-3D5E-3D68-BAC3225E3412}"/>
          </ac:spMkLst>
        </pc:spChg>
        <pc:spChg chg="add mod">
          <ac:chgData name="Rhett Marchant" userId="18df2c221d5c7175" providerId="LiveId" clId="{7133A3CE-13BC-A846-BD39-2206C18E2A82}" dt="2024-05-20T03:30:18.046" v="238" actId="20577"/>
          <ac:spMkLst>
            <pc:docMk/>
            <pc:sldMk cId="408511297" sldId="259"/>
            <ac:spMk id="8" creationId="{53252BE0-099E-B350-F738-0C0AC79FDAC3}"/>
          </ac:spMkLst>
        </pc:spChg>
        <pc:spChg chg="add mod">
          <ac:chgData name="Rhett Marchant" userId="18df2c221d5c7175" providerId="LiveId" clId="{7133A3CE-13BC-A846-BD39-2206C18E2A82}" dt="2024-05-20T03:34:34.059" v="429" actId="14100"/>
          <ac:spMkLst>
            <pc:docMk/>
            <pc:sldMk cId="408511297" sldId="259"/>
            <ac:spMk id="16" creationId="{FECC1E8D-5D8F-552D-2AAC-9AF804D7395D}"/>
          </ac:spMkLst>
        </pc:spChg>
        <pc:spChg chg="add mod">
          <ac:chgData name="Rhett Marchant" userId="18df2c221d5c7175" providerId="LiveId" clId="{7133A3CE-13BC-A846-BD39-2206C18E2A82}" dt="2024-05-20T03:34:48.377" v="433" actId="207"/>
          <ac:spMkLst>
            <pc:docMk/>
            <pc:sldMk cId="408511297" sldId="259"/>
            <ac:spMk id="17" creationId="{A2AC2BE3-C7E5-6FB7-3E24-0C3005F4EE6D}"/>
          </ac:spMkLst>
        </pc:spChg>
        <pc:spChg chg="add mod">
          <ac:chgData name="Rhett Marchant" userId="18df2c221d5c7175" providerId="LiveId" clId="{7133A3CE-13BC-A846-BD39-2206C18E2A82}" dt="2024-05-20T03:32:21.213" v="395" actId="207"/>
          <ac:spMkLst>
            <pc:docMk/>
            <pc:sldMk cId="408511297" sldId="259"/>
            <ac:spMk id="18" creationId="{12CA9864-137A-C4AE-C3CB-FF73126C9076}"/>
          </ac:spMkLst>
        </pc:spChg>
        <pc:spChg chg="add mod">
          <ac:chgData name="Rhett Marchant" userId="18df2c221d5c7175" providerId="LiveId" clId="{7133A3CE-13BC-A846-BD39-2206C18E2A82}" dt="2024-05-20T03:34:39.809" v="432" actId="1037"/>
          <ac:spMkLst>
            <pc:docMk/>
            <pc:sldMk cId="408511297" sldId="259"/>
            <ac:spMk id="19" creationId="{6470C9D4-A76A-30ED-9A73-2D56044BA88D}"/>
          </ac:spMkLst>
        </pc:spChg>
        <pc:picChg chg="add mod">
          <ac:chgData name="Rhett Marchant" userId="18df2c221d5c7175" providerId="LiveId" clId="{7133A3CE-13BC-A846-BD39-2206C18E2A82}" dt="2024-05-20T03:24:35.713" v="82" actId="1076"/>
          <ac:picMkLst>
            <pc:docMk/>
            <pc:sldMk cId="408511297" sldId="259"/>
            <ac:picMk id="5" creationId="{C2F34E1E-CE71-284D-50E7-D1B97B2B45E0}"/>
          </ac:picMkLst>
        </pc:picChg>
        <pc:picChg chg="add mod modCrop">
          <ac:chgData name="Rhett Marchant" userId="18df2c221d5c7175" providerId="LiveId" clId="{7133A3CE-13BC-A846-BD39-2206C18E2A82}" dt="2024-05-20T03:25:42.374" v="96" actId="1076"/>
          <ac:picMkLst>
            <pc:docMk/>
            <pc:sldMk cId="408511297" sldId="259"/>
            <ac:picMk id="7" creationId="{BE28BE97-868E-5E4B-11E1-6E1455A7598E}"/>
          </ac:picMkLst>
        </pc:picChg>
        <pc:cxnChg chg="add mod">
          <ac:chgData name="Rhett Marchant" userId="18df2c221d5c7175" providerId="LiveId" clId="{7133A3CE-13BC-A846-BD39-2206C18E2A82}" dt="2024-05-20T03:30:16.006" v="236" actId="20577"/>
          <ac:cxnSpMkLst>
            <pc:docMk/>
            <pc:sldMk cId="408511297" sldId="259"/>
            <ac:cxnSpMk id="10" creationId="{45970703-F4E9-CAC2-FAE3-0887078CEC71}"/>
          </ac:cxnSpMkLst>
        </pc:cxnChg>
        <pc:cxnChg chg="add mod">
          <ac:chgData name="Rhett Marchant" userId="18df2c221d5c7175" providerId="LiveId" clId="{7133A3CE-13BC-A846-BD39-2206C18E2A82}" dt="2024-05-20T03:30:16.006" v="236" actId="20577"/>
          <ac:cxnSpMkLst>
            <pc:docMk/>
            <pc:sldMk cId="408511297" sldId="259"/>
            <ac:cxnSpMk id="11" creationId="{49C75B10-B760-3051-DE71-11ED3B60B748}"/>
          </ac:cxnSpMkLst>
        </pc:cxnChg>
      </pc:sldChg>
      <pc:sldChg chg="addSp delSp modSp new del mod">
        <pc:chgData name="Rhett Marchant" userId="18df2c221d5c7175" providerId="LiveId" clId="{7133A3CE-13BC-A846-BD39-2206C18E2A82}" dt="2024-05-20T04:43:29.317" v="608" actId="2696"/>
        <pc:sldMkLst>
          <pc:docMk/>
          <pc:sldMk cId="1047290812" sldId="260"/>
        </pc:sldMkLst>
        <pc:spChg chg="mod">
          <ac:chgData name="Rhett Marchant" userId="18df2c221d5c7175" providerId="LiveId" clId="{7133A3CE-13BC-A846-BD39-2206C18E2A82}" dt="2024-05-20T04:19:08.529" v="478" actId="20577"/>
          <ac:spMkLst>
            <pc:docMk/>
            <pc:sldMk cId="1047290812" sldId="260"/>
            <ac:spMk id="2" creationId="{07C28BBB-BA6C-725F-BCA7-8EF8F43D7849}"/>
          </ac:spMkLst>
        </pc:spChg>
        <pc:spChg chg="del">
          <ac:chgData name="Rhett Marchant" userId="18df2c221d5c7175" providerId="LiveId" clId="{7133A3CE-13BC-A846-BD39-2206C18E2A82}" dt="2024-05-20T04:18:40.455" v="439" actId="478"/>
          <ac:spMkLst>
            <pc:docMk/>
            <pc:sldMk cId="1047290812" sldId="260"/>
            <ac:spMk id="3" creationId="{1B5DE6BC-381A-D1E0-6050-1F0D2F47BE6F}"/>
          </ac:spMkLst>
        </pc:spChg>
        <pc:spChg chg="add mod">
          <ac:chgData name="Rhett Marchant" userId="18df2c221d5c7175" providerId="LiveId" clId="{7133A3CE-13BC-A846-BD39-2206C18E2A82}" dt="2024-05-20T04:19:28.830" v="485" actId="20577"/>
          <ac:spMkLst>
            <pc:docMk/>
            <pc:sldMk cId="1047290812" sldId="260"/>
            <ac:spMk id="5" creationId="{C2756C06-2EC9-A884-1598-534DEEFDCCD5}"/>
          </ac:spMkLst>
        </pc:spChg>
        <pc:picChg chg="add mod modCrop">
          <ac:chgData name="Rhett Marchant" userId="18df2c221d5c7175" providerId="LiveId" clId="{7133A3CE-13BC-A846-BD39-2206C18E2A82}" dt="2024-05-20T04:18:59.218" v="446" actId="732"/>
          <ac:picMkLst>
            <pc:docMk/>
            <pc:sldMk cId="1047290812" sldId="260"/>
            <ac:picMk id="4" creationId="{33218225-E1A8-AB9A-AA7F-FAEDB3ABFE2A}"/>
          </ac:picMkLst>
        </pc:picChg>
      </pc:sldChg>
      <pc:sldChg chg="addSp delSp modSp new mod">
        <pc:chgData name="Rhett Marchant" userId="18df2c221d5c7175" providerId="LiveId" clId="{7133A3CE-13BC-A846-BD39-2206C18E2A82}" dt="2024-05-20T04:43:25.743" v="605"/>
        <pc:sldMkLst>
          <pc:docMk/>
          <pc:sldMk cId="1104159419" sldId="261"/>
        </pc:sldMkLst>
        <pc:spChg chg="del">
          <ac:chgData name="Rhett Marchant" userId="18df2c221d5c7175" providerId="LiveId" clId="{7133A3CE-13BC-A846-BD39-2206C18E2A82}" dt="2024-05-20T04:38:46.659" v="487" actId="478"/>
          <ac:spMkLst>
            <pc:docMk/>
            <pc:sldMk cId="1104159419" sldId="261"/>
            <ac:spMk id="2" creationId="{1BDA0010-FD4B-E974-0B9B-C9CC53EE3AE0}"/>
          </ac:spMkLst>
        </pc:spChg>
        <pc:spChg chg="del">
          <ac:chgData name="Rhett Marchant" userId="18df2c221d5c7175" providerId="LiveId" clId="{7133A3CE-13BC-A846-BD39-2206C18E2A82}" dt="2024-05-20T04:38:46.659" v="487" actId="478"/>
          <ac:spMkLst>
            <pc:docMk/>
            <pc:sldMk cId="1104159419" sldId="261"/>
            <ac:spMk id="3" creationId="{EABF79AA-E730-8A15-3E8F-AD18D89F27DD}"/>
          </ac:spMkLst>
        </pc:spChg>
        <pc:spChg chg="add mod">
          <ac:chgData name="Rhett Marchant" userId="18df2c221d5c7175" providerId="LiveId" clId="{7133A3CE-13BC-A846-BD39-2206C18E2A82}" dt="2024-05-20T04:43:10.714" v="602" actId="1076"/>
          <ac:spMkLst>
            <pc:docMk/>
            <pc:sldMk cId="1104159419" sldId="261"/>
            <ac:spMk id="8" creationId="{D48FF451-34B7-17FE-707F-CE2F8E05A2EA}"/>
          </ac:spMkLst>
        </pc:spChg>
        <pc:spChg chg="add mod">
          <ac:chgData name="Rhett Marchant" userId="18df2c221d5c7175" providerId="LiveId" clId="{7133A3CE-13BC-A846-BD39-2206C18E2A82}" dt="2024-05-20T04:43:25.743" v="605"/>
          <ac:spMkLst>
            <pc:docMk/>
            <pc:sldMk cId="1104159419" sldId="261"/>
            <ac:spMk id="9" creationId="{8126CFCC-8630-49DA-B170-16B9E0584762}"/>
          </ac:spMkLst>
        </pc:spChg>
        <pc:picChg chg="add mod">
          <ac:chgData name="Rhett Marchant" userId="18df2c221d5c7175" providerId="LiveId" clId="{7133A3CE-13BC-A846-BD39-2206C18E2A82}" dt="2024-05-20T04:43:10.714" v="602" actId="1076"/>
          <ac:picMkLst>
            <pc:docMk/>
            <pc:sldMk cId="1104159419" sldId="261"/>
            <ac:picMk id="5" creationId="{C0AD08F7-A6F9-A120-67E3-0FC360AAEA1C}"/>
          </ac:picMkLst>
        </pc:picChg>
        <pc:picChg chg="add del mod modCrop">
          <ac:chgData name="Rhett Marchant" userId="18df2c221d5c7175" providerId="LiveId" clId="{7133A3CE-13BC-A846-BD39-2206C18E2A82}" dt="2024-05-20T04:40:18.800" v="511" actId="478"/>
          <ac:picMkLst>
            <pc:docMk/>
            <pc:sldMk cId="1104159419" sldId="261"/>
            <ac:picMk id="7" creationId="{52CDC77C-EA13-1531-DF45-AD953E45C52E}"/>
          </ac:picMkLst>
        </pc:picChg>
      </pc:sldChg>
      <pc:sldChg chg="addSp delSp modSp add mod">
        <pc:chgData name="Rhett Marchant" userId="18df2c221d5c7175" providerId="LiveId" clId="{7133A3CE-13BC-A846-BD39-2206C18E2A82}" dt="2024-05-20T04:43:52.582" v="609" actId="1076"/>
        <pc:sldMkLst>
          <pc:docMk/>
          <pc:sldMk cId="2689905132" sldId="262"/>
        </pc:sldMkLst>
        <pc:spChg chg="add mod">
          <ac:chgData name="Rhett Marchant" userId="18df2c221d5c7175" providerId="LiveId" clId="{7133A3CE-13BC-A846-BD39-2206C18E2A82}" dt="2024-05-20T04:43:52.582" v="609" actId="1076"/>
          <ac:spMkLst>
            <pc:docMk/>
            <pc:sldMk cId="2689905132" sldId="262"/>
            <ac:spMk id="2" creationId="{5C756413-71E5-5B31-50A9-03E0EA18B5B8}"/>
          </ac:spMkLst>
        </pc:spChg>
        <pc:spChg chg="add mod">
          <ac:chgData name="Rhett Marchant" userId="18df2c221d5c7175" providerId="LiveId" clId="{7133A3CE-13BC-A846-BD39-2206C18E2A82}" dt="2024-05-20T04:43:26.487" v="606"/>
          <ac:spMkLst>
            <pc:docMk/>
            <pc:sldMk cId="2689905132" sldId="262"/>
            <ac:spMk id="3" creationId="{65FBD6B1-47C1-AC12-7F48-08E3B0349419}"/>
          </ac:spMkLst>
        </pc:spChg>
        <pc:picChg chg="del">
          <ac:chgData name="Rhett Marchant" userId="18df2c221d5c7175" providerId="LiveId" clId="{7133A3CE-13BC-A846-BD39-2206C18E2A82}" dt="2024-05-20T04:40:29.557" v="513" actId="478"/>
          <ac:picMkLst>
            <pc:docMk/>
            <pc:sldMk cId="2689905132" sldId="262"/>
            <ac:picMk id="5" creationId="{C0AD08F7-A6F9-A120-67E3-0FC360AAEA1C}"/>
          </ac:picMkLst>
        </pc:picChg>
        <pc:picChg chg="mod">
          <ac:chgData name="Rhett Marchant" userId="18df2c221d5c7175" providerId="LiveId" clId="{7133A3CE-13BC-A846-BD39-2206C18E2A82}" dt="2024-05-20T04:43:52.582" v="609" actId="1076"/>
          <ac:picMkLst>
            <pc:docMk/>
            <pc:sldMk cId="2689905132" sldId="262"/>
            <ac:picMk id="7" creationId="{52CDC77C-EA13-1531-DF45-AD953E45C52E}"/>
          </ac:picMkLst>
        </pc:picChg>
      </pc:sldChg>
      <pc:sldChg chg="addSp delSp modSp add mod">
        <pc:chgData name="Rhett Marchant" userId="18df2c221d5c7175" providerId="LiveId" clId="{7133A3CE-13BC-A846-BD39-2206C18E2A82}" dt="2024-05-20T04:43:27.184" v="607"/>
        <pc:sldMkLst>
          <pc:docMk/>
          <pc:sldMk cId="16592388" sldId="263"/>
        </pc:sldMkLst>
        <pc:spChg chg="add mod">
          <ac:chgData name="Rhett Marchant" userId="18df2c221d5c7175" providerId="LiveId" clId="{7133A3CE-13BC-A846-BD39-2206C18E2A82}" dt="2024-05-20T04:43:22.040" v="604" actId="1076"/>
          <ac:spMkLst>
            <pc:docMk/>
            <pc:sldMk cId="16592388" sldId="263"/>
            <ac:spMk id="4" creationId="{06ADAE92-B156-B2CF-2357-565C16DEF4C2}"/>
          </ac:spMkLst>
        </pc:spChg>
        <pc:spChg chg="add mod">
          <ac:chgData name="Rhett Marchant" userId="18df2c221d5c7175" providerId="LiveId" clId="{7133A3CE-13BC-A846-BD39-2206C18E2A82}" dt="2024-05-20T04:43:27.184" v="607"/>
          <ac:spMkLst>
            <pc:docMk/>
            <pc:sldMk cId="16592388" sldId="263"/>
            <ac:spMk id="5" creationId="{453BF132-965B-EBB2-0039-AA86EB68072F}"/>
          </ac:spMkLst>
        </pc:spChg>
        <pc:picChg chg="add mod modCrop">
          <ac:chgData name="Rhett Marchant" userId="18df2c221d5c7175" providerId="LiveId" clId="{7133A3CE-13BC-A846-BD39-2206C18E2A82}" dt="2024-05-20T04:43:22.040" v="604" actId="1076"/>
          <ac:picMkLst>
            <pc:docMk/>
            <pc:sldMk cId="16592388" sldId="263"/>
            <ac:picMk id="3" creationId="{A74F5748-48D3-FC8A-7C70-DE1AE42825C1}"/>
          </ac:picMkLst>
        </pc:picChg>
        <pc:picChg chg="del">
          <ac:chgData name="Rhett Marchant" userId="18df2c221d5c7175" providerId="LiveId" clId="{7133A3CE-13BC-A846-BD39-2206C18E2A82}" dt="2024-05-20T04:41:45.453" v="531" actId="478"/>
          <ac:picMkLst>
            <pc:docMk/>
            <pc:sldMk cId="16592388" sldId="263"/>
            <ac:picMk id="7" creationId="{52CDC77C-EA13-1531-DF45-AD953E45C5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9AEC-07CB-89DE-42A2-DE7AA7F98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E0D0C-1A2C-FD34-C0F1-A29A3A237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4AFE4-99FF-135D-197F-CA71FAFC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A6D2F-4CBA-F07F-2DA0-8A2B185B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0631-8CD4-AD66-80AA-D3A23328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9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654A-1D22-1415-16DD-CE8A80F8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F7968-451C-777D-1C9A-A9A81CB74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6E1E0-F8D7-F623-5B93-52FA6F24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C86AD-F425-588C-5755-3DD1F517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A0633-F3D7-428A-DAC8-707A646D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3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3DB7-43C4-D000-56E9-7139E45E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1B058-E245-B8F7-645D-E371F3395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3F581-3163-175D-E13A-CE6B3D50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D4847-A4AE-3CF3-4FF1-7EC564E3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5F1B1-299C-435C-82FC-829BA89C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1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5DF0-703A-7056-3222-D2F314F8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20EF0-9E46-583C-50D8-B1BF25723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2D9F4-65AD-78EB-E29F-2D8EA800B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97330-780A-6C24-9890-D6156D5F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08562-8425-1620-8F62-B5D8E605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B0140-7257-AB80-53C6-FF9E4797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4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0D81-A9ED-FCB5-02AE-F1B62E6EC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DE0F7-0D8C-4C05-D4BF-B63310993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1875C-FF8A-DB68-7774-29E7CF68F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E72804-D91B-42D0-EDDA-64A5E0B98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C6ACC-F3B3-FBFC-16D1-B218D6C6F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51CC0-A090-DC0B-EF92-F2203DDB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7554D-9C6B-482D-7B07-49DE0357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DAE7F3-A394-43E1-1F99-2AB96CC1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3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C20A-0E5A-B3F5-A3CE-98262BA6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18286B-7C28-7821-88AC-D0EB33F9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DBA81-45E7-8FD8-A6C6-F296E118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67E47-8F15-55A9-6E8B-5EB33ACE1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1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C4A08-612A-2DAB-174B-5FFB192A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5703B-5F69-EA4B-75D3-AB1FB06E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86B82-305E-AF39-C625-B9A3E331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9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A4D9F-E481-81A7-4631-8DDF6535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FB138-24F0-9660-EBBE-0ED81628E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53469-848B-E39D-68A3-87E48CA5B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91EE1-42AB-7D5F-0E69-A8FABEDD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F3297-D6A1-58CD-EBDD-8DFB1E1A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CC218-BF60-A35C-9EEF-79BAC7E7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9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C7B6-4E82-1D33-A200-0611FEA7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B13A15-8CF2-3456-C325-041E10D94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D1B70-432B-7B9B-2569-0C606BA9F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92784-590C-737A-5002-AB7F6842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0DBD6-2F46-4987-BAD1-8A66981D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AA061-FC31-C4D5-0A4B-7FC79527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2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F536-E8C1-B6A1-ABF8-04A6CC2E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A538F-D12A-4786-72AE-5DBBEB6B6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91A4C-665D-B47E-CD3E-3E67DA54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62EF7-4354-0093-3DD4-78BF85EB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661F0-064E-8CEF-5C95-F2A64A1B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78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42C38-33F2-61C5-E7AA-7020F093D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9BC4E-133A-A0E1-2A84-9B0D389E8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F106C-C65A-CDFE-3AFA-53B250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F2DF6-ACC0-47B9-66A0-8007EC16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FCB31-A2F3-F5C8-FB91-6760DE1A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9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BC89BE-53F8-A564-595E-175BD796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99767-C5ED-1EBB-C5A5-F35008B97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F13A0-4075-F556-506A-617D05EDA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31678-6B82-5B4B-834D-D2CBD0B9CFEC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5C830-6A74-70B6-9E0A-DC7B14C6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AE4D-C9AE-4E96-19F0-329884957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33C2A-A744-E54A-96FB-392263EA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9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0059-52F4-E22B-AB0B-DD95CB38C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Splice Event Annotation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4E69B-B1CA-C937-7A55-1F82A68DE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cortar</a:t>
            </a:r>
            <a:r>
              <a:rPr lang="en-US" dirty="0"/>
              <a:t>, </a:t>
            </a:r>
            <a:r>
              <a:rPr lang="en-US" dirty="0" err="1"/>
              <a:t>GENE</a:t>
            </a:r>
            <a:r>
              <a:rPr lang="en-US" i="1" dirty="0" err="1"/>
              <a:t>ie</a:t>
            </a:r>
            <a:r>
              <a:rPr lang="en-US" dirty="0"/>
              <a:t>, </a:t>
            </a:r>
            <a:r>
              <a:rPr lang="en-US" dirty="0" err="1"/>
              <a:t>SpliceVault</a:t>
            </a:r>
            <a:r>
              <a:rPr lang="en-US" dirty="0"/>
              <a:t>, FRASER, etc.</a:t>
            </a:r>
          </a:p>
        </p:txBody>
      </p:sp>
    </p:spTree>
    <p:extLst>
      <p:ext uri="{BB962C8B-B14F-4D97-AF65-F5344CB8AC3E}">
        <p14:creationId xmlns:p14="http://schemas.microsoft.com/office/powerpoint/2010/main" val="243686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E7F7-BD0E-0C4D-5F7D-8AE6C350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25EB2-63D6-7E8D-FD29-C9CA8934B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75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C2F34E1E-CE71-284D-50E7-D1B97B2B4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554" y="1169409"/>
            <a:ext cx="11868892" cy="568859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28BE97-868E-5E4B-11E1-6E1455A759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0" r="30323" b="10365"/>
          <a:stretch/>
        </p:blipFill>
        <p:spPr>
          <a:xfrm>
            <a:off x="171553" y="255682"/>
            <a:ext cx="11848893" cy="821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52BE0-099E-B350-F738-0C0AC79FDAC3}"/>
              </a:ext>
            </a:extLst>
          </p:cNvPr>
          <p:cNvSpPr txBox="1"/>
          <p:nvPr/>
        </p:nvSpPr>
        <p:spPr>
          <a:xfrm>
            <a:off x="2838175" y="2204720"/>
            <a:ext cx="658302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Exonic</a:t>
            </a:r>
            <a:r>
              <a:rPr lang="en-US" dirty="0"/>
              <a:t> donor (takes final exon G) and intronic acceptor (new AG)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970703-F4E9-CAC2-FAE3-0887078CEC7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421196" y="2389386"/>
            <a:ext cx="67784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C75B10-B760-3051-DE71-11ED3B60B748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258609" y="2389386"/>
            <a:ext cx="579566" cy="17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ECC1E8D-5D8F-552D-2AAC-9AF804D7395D}"/>
              </a:ext>
            </a:extLst>
          </p:cNvPr>
          <p:cNvSpPr txBox="1"/>
          <p:nvPr/>
        </p:nvSpPr>
        <p:spPr>
          <a:xfrm>
            <a:off x="1352601" y="4100162"/>
            <a:ext cx="974039" cy="369332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GCCAG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C2BE3-C7E5-6FB7-3E24-0C3005F4EE6D}"/>
              </a:ext>
            </a:extLst>
          </p:cNvPr>
          <p:cNvSpPr txBox="1"/>
          <p:nvPr/>
        </p:nvSpPr>
        <p:spPr>
          <a:xfrm>
            <a:off x="9895841" y="3096005"/>
            <a:ext cx="1300480" cy="369332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>
                <a:solidFill>
                  <a:srgbClr val="FF0000"/>
                </a:solidFill>
              </a:rPr>
              <a:t>aG</a:t>
            </a:r>
            <a:r>
              <a:rPr lang="en-US" dirty="0" err="1"/>
              <a:t>CCAG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CA9864-137A-C4AE-C3CB-FF73126C9076}"/>
              </a:ext>
            </a:extLst>
          </p:cNvPr>
          <p:cNvSpPr txBox="1"/>
          <p:nvPr/>
        </p:nvSpPr>
        <p:spPr>
          <a:xfrm>
            <a:off x="10373361" y="4091348"/>
            <a:ext cx="1463040" cy="369332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cagGTATG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70C9D4-A76A-30ED-9A73-2D56044BA88D}"/>
              </a:ext>
            </a:extLst>
          </p:cNvPr>
          <p:cNvSpPr txBox="1"/>
          <p:nvPr/>
        </p:nvSpPr>
        <p:spPr>
          <a:xfrm>
            <a:off x="1474521" y="3125708"/>
            <a:ext cx="831799" cy="369332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GCCA</a:t>
            </a:r>
          </a:p>
        </p:txBody>
      </p:sp>
    </p:spTree>
    <p:extLst>
      <p:ext uri="{BB962C8B-B14F-4D97-AF65-F5344CB8AC3E}">
        <p14:creationId xmlns:p14="http://schemas.microsoft.com/office/powerpoint/2010/main" val="40851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15FB-225B-60BD-2028-785633E8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GALT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BE882182-287A-DF7D-7FBF-290B15237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53" t="55249" r="1882" b="2208"/>
          <a:stretch/>
        </p:blipFill>
        <p:spPr>
          <a:xfrm>
            <a:off x="304800" y="4460875"/>
            <a:ext cx="11409680" cy="2153920"/>
          </a:xfrm>
        </p:spPr>
      </p:pic>
      <p:pic>
        <p:nvPicPr>
          <p:cNvPr id="6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84F1C8E0-8EBC-5D67-C8AB-4C448E8A87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" t="1869" r="8537" b="55588"/>
          <a:stretch/>
        </p:blipFill>
        <p:spPr>
          <a:xfrm>
            <a:off x="304800" y="1788795"/>
            <a:ext cx="10627360" cy="21539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3E756C-8855-57B2-AAB6-68D3885C2710}"/>
              </a:ext>
            </a:extLst>
          </p:cNvPr>
          <p:cNvSpPr txBox="1"/>
          <p:nvPr/>
        </p:nvSpPr>
        <p:spPr>
          <a:xfrm>
            <a:off x="304800" y="1392554"/>
            <a:ext cx="212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Junctions Identified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3A48F-E9C7-57C6-3EDC-D4D2D75D7EB0}"/>
              </a:ext>
            </a:extLst>
          </p:cNvPr>
          <p:cNvSpPr txBox="1"/>
          <p:nvPr/>
        </p:nvSpPr>
        <p:spPr>
          <a:xfrm>
            <a:off x="304799" y="4132974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Reads per Junction</a:t>
            </a:r>
          </a:p>
        </p:txBody>
      </p:sp>
    </p:spTree>
    <p:extLst>
      <p:ext uri="{BB962C8B-B14F-4D97-AF65-F5344CB8AC3E}">
        <p14:creationId xmlns:p14="http://schemas.microsoft.com/office/powerpoint/2010/main" val="287183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e chart with many colors&#10;&#10;Description automatically generated">
            <a:extLst>
              <a:ext uri="{FF2B5EF4-FFF2-40B4-BE49-F238E27FC236}">
                <a16:creationId xmlns:a16="http://schemas.microsoft.com/office/drawing/2014/main" id="{C0AD08F7-A6F9-A120-67E3-0FC360AAE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937751"/>
            <a:ext cx="11645900" cy="4587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8FF451-34B7-17FE-707F-CE2F8E05A2EA}"/>
              </a:ext>
            </a:extLst>
          </p:cNvPr>
          <p:cNvSpPr txBox="1"/>
          <p:nvPr/>
        </p:nvSpPr>
        <p:spPr>
          <a:xfrm>
            <a:off x="345440" y="1568419"/>
            <a:ext cx="2424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Junctions Identified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126CFCC-8630-49DA-B170-16B9E058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FRASER for Family IK</a:t>
            </a:r>
          </a:p>
        </p:txBody>
      </p:sp>
    </p:spTree>
    <p:extLst>
      <p:ext uri="{BB962C8B-B14F-4D97-AF65-F5344CB8AC3E}">
        <p14:creationId xmlns:p14="http://schemas.microsoft.com/office/powerpoint/2010/main" val="110415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e chart with many colors&#10;&#10;Description automatically generated">
            <a:extLst>
              <a:ext uri="{FF2B5EF4-FFF2-40B4-BE49-F238E27FC236}">
                <a16:creationId xmlns:a16="http://schemas.microsoft.com/office/drawing/2014/main" id="{52CDC77C-EA13-1531-DF45-AD953E45C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" t="1611" r="1270" b="2719"/>
          <a:stretch/>
        </p:blipFill>
        <p:spPr>
          <a:xfrm>
            <a:off x="273050" y="1960417"/>
            <a:ext cx="11645900" cy="45324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756413-71E5-5B31-50A9-03E0EA18B5B8}"/>
              </a:ext>
            </a:extLst>
          </p:cNvPr>
          <p:cNvSpPr txBox="1"/>
          <p:nvPr/>
        </p:nvSpPr>
        <p:spPr>
          <a:xfrm>
            <a:off x="345440" y="1563425"/>
            <a:ext cx="5765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Significant Junctions Identified (not adjusted for FDR)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FBD6B1-47C1-AC12-7F48-08E3B034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FRASER for Family IK</a:t>
            </a:r>
          </a:p>
        </p:txBody>
      </p:sp>
    </p:spTree>
    <p:extLst>
      <p:ext uri="{BB962C8B-B14F-4D97-AF65-F5344CB8AC3E}">
        <p14:creationId xmlns:p14="http://schemas.microsoft.com/office/powerpoint/2010/main" val="268990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e chart with many colors&#10;&#10;Description automatically generated">
            <a:extLst>
              <a:ext uri="{FF2B5EF4-FFF2-40B4-BE49-F238E27FC236}">
                <a16:creationId xmlns:a16="http://schemas.microsoft.com/office/drawing/2014/main" id="{A74F5748-48D3-FC8A-7C70-DE1AE42825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" t="-1" r="963" b="1520"/>
          <a:stretch/>
        </p:blipFill>
        <p:spPr>
          <a:xfrm>
            <a:off x="273050" y="1946749"/>
            <a:ext cx="11645900" cy="46369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ADAE92-B156-B2CF-2357-565C16DEF4C2}"/>
              </a:ext>
            </a:extLst>
          </p:cNvPr>
          <p:cNvSpPr txBox="1"/>
          <p:nvPr/>
        </p:nvSpPr>
        <p:spPr>
          <a:xfrm>
            <a:off x="345440" y="1578579"/>
            <a:ext cx="5353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Significant Junctions Identified (adjusted for FDR)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3BF132-965B-EBB2-0039-AA86EB680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FRASER for Family IK</a:t>
            </a:r>
          </a:p>
        </p:txBody>
      </p:sp>
    </p:spTree>
    <p:extLst>
      <p:ext uri="{BB962C8B-B14F-4D97-AF65-F5344CB8AC3E}">
        <p14:creationId xmlns:p14="http://schemas.microsoft.com/office/powerpoint/2010/main" val="16592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74</Words>
  <Application>Microsoft Macintosh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Splice Event Annotation</vt:lpstr>
      <vt:lpstr>Decision Tree</vt:lpstr>
      <vt:lpstr>PowerPoint Presentation</vt:lpstr>
      <vt:lpstr>GALT</vt:lpstr>
      <vt:lpstr>FRASER for Family IK</vt:lpstr>
      <vt:lpstr>FRASER for Family IK</vt:lpstr>
      <vt:lpstr>FRASER for Family IK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Rhett Marchant</dc:creator>
  <cp:lastModifiedBy>Rhett Marchant</cp:lastModifiedBy>
  <cp:revision>1</cp:revision>
  <dcterms:created xsi:type="dcterms:W3CDTF">2024-04-23T01:44:33Z</dcterms:created>
  <dcterms:modified xsi:type="dcterms:W3CDTF">2024-05-20T04:44:02Z</dcterms:modified>
</cp:coreProperties>
</file>